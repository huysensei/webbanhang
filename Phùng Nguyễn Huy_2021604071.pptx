
<file path=[Content_Types].xml><?xml version="1.0" encoding="utf-8"?>
<Types xmlns="http://schemas.openxmlformats.org/package/2006/content-types">
  <Default Extension="png" ContentType="image/png"/>
  <Default Extension="svg" ContentType="image/svg+xml"/>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60" r:id="rId2"/>
  </p:sldMasterIdLst>
  <p:notesMasterIdLst>
    <p:notesMasterId r:id="rId18"/>
  </p:notesMasterIdLst>
  <p:sldIdLst>
    <p:sldId id="256" r:id="rId3"/>
    <p:sldId id="257" r:id="rId4"/>
    <p:sldId id="258" r:id="rId5"/>
    <p:sldId id="259" r:id="rId6"/>
    <p:sldId id="261" r:id="rId7"/>
    <p:sldId id="263" r:id="rId8"/>
    <p:sldId id="264" r:id="rId9"/>
    <p:sldId id="271" r:id="rId10"/>
    <p:sldId id="272" r:id="rId11"/>
    <p:sldId id="274" r:id="rId12"/>
    <p:sldId id="265" r:id="rId13"/>
    <p:sldId id="269" r:id="rId14"/>
    <p:sldId id="266" r:id="rId15"/>
    <p:sldId id="267" r:id="rId16"/>
    <p:sldId id="268"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9" roundtripDataSignature="AMtx7mj8FqyAYTjtIv6LI4Le4kSAJsKUN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4" d="100"/>
          <a:sy n="84" d="100"/>
        </p:scale>
        <p:origin x="629"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customschemas.google.com/relationships/presentationmetadata" Target="meta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 name="Google Shape;107;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8" name="Google Shape;108;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1</a:t>
            </a:fld>
            <a:endParaRPr sz="1200" b="0" i="0" u="none" strike="noStrike" cap="none">
              <a:solidFill>
                <a:srgbClr val="000000"/>
              </a:solidFill>
              <a:latin typeface="Calibri"/>
              <a:ea typeface="Calibri"/>
              <a:cs typeface="Calibri"/>
              <a:sym typeface="Calibri"/>
            </a:endParaRPr>
          </a:p>
        </p:txBody>
      </p:sp>
      <p:sp>
        <p:nvSpPr>
          <p:cNvPr id="109" name="Google Shape;109;p1:notes"/>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chemeClr val="dk1"/>
              </a:buClr>
              <a:buSzPts val="1200"/>
              <a:buFont typeface="Calibri"/>
              <a:buNone/>
            </a:pPr>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7" name="Google Shape;147;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1" name="Google Shape;171;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7" name="Google Shape;187;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8" name="Google Shape;198;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8" name="Google Shape;198;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227895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8" name="Google Shape;198;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992605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8" name="Google Shape;198;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304328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9" name="Google Shape;209;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09" name="Google Shape;209;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352104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7" name="Google Shape;217;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5" name="Google Shape;225;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3" name="Google Shape;233;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5"/>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15"/>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335338"/>
                </a:solidFill>
              </a:defRPr>
            </a:lvl1pPr>
            <a:lvl2pPr marL="0" lvl="1" indent="0" algn="r">
              <a:spcBef>
                <a:spcPts val="0"/>
              </a:spcBef>
              <a:buNone/>
              <a:defRPr>
                <a:solidFill>
                  <a:srgbClr val="335338"/>
                </a:solidFill>
              </a:defRPr>
            </a:lvl2pPr>
            <a:lvl3pPr marL="0" lvl="2" indent="0" algn="r">
              <a:spcBef>
                <a:spcPts val="0"/>
              </a:spcBef>
              <a:buNone/>
              <a:defRPr>
                <a:solidFill>
                  <a:srgbClr val="335338"/>
                </a:solidFill>
              </a:defRPr>
            </a:lvl3pPr>
            <a:lvl4pPr marL="0" lvl="3" indent="0" algn="r">
              <a:spcBef>
                <a:spcPts val="0"/>
              </a:spcBef>
              <a:buNone/>
              <a:defRPr>
                <a:solidFill>
                  <a:srgbClr val="335338"/>
                </a:solidFill>
              </a:defRPr>
            </a:lvl4pPr>
            <a:lvl5pPr marL="0" lvl="4" indent="0" algn="r">
              <a:spcBef>
                <a:spcPts val="0"/>
              </a:spcBef>
              <a:buNone/>
              <a:defRPr>
                <a:solidFill>
                  <a:srgbClr val="335338"/>
                </a:solidFill>
              </a:defRPr>
            </a:lvl5pPr>
            <a:lvl6pPr marL="0" lvl="5" indent="0" algn="r">
              <a:spcBef>
                <a:spcPts val="0"/>
              </a:spcBef>
              <a:buNone/>
              <a:defRPr>
                <a:solidFill>
                  <a:srgbClr val="335338"/>
                </a:solidFill>
              </a:defRPr>
            </a:lvl6pPr>
            <a:lvl7pPr marL="0" lvl="6" indent="0" algn="r">
              <a:spcBef>
                <a:spcPts val="0"/>
              </a:spcBef>
              <a:buNone/>
              <a:defRPr>
                <a:solidFill>
                  <a:srgbClr val="335338"/>
                </a:solidFill>
              </a:defRPr>
            </a:lvl7pPr>
            <a:lvl8pPr marL="0" lvl="7" indent="0" algn="r">
              <a:spcBef>
                <a:spcPts val="0"/>
              </a:spcBef>
              <a:buNone/>
              <a:defRPr>
                <a:solidFill>
                  <a:srgbClr val="335338"/>
                </a:solidFill>
              </a:defRPr>
            </a:lvl8pPr>
            <a:lvl9pPr marL="0" lvl="8" indent="0" algn="r">
              <a:spcBef>
                <a:spcPts val="0"/>
              </a:spcBef>
              <a:buNone/>
              <a:defRPr>
                <a:solidFill>
                  <a:srgbClr val="33533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spd="med">
    <p:push/>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335338"/>
                </a:solidFill>
              </a:defRPr>
            </a:lvl1pPr>
            <a:lvl2pPr marL="0" lvl="1" indent="0" algn="r">
              <a:spcBef>
                <a:spcPts val="0"/>
              </a:spcBef>
              <a:buNone/>
              <a:defRPr>
                <a:solidFill>
                  <a:srgbClr val="335338"/>
                </a:solidFill>
              </a:defRPr>
            </a:lvl2pPr>
            <a:lvl3pPr marL="0" lvl="2" indent="0" algn="r">
              <a:spcBef>
                <a:spcPts val="0"/>
              </a:spcBef>
              <a:buNone/>
              <a:defRPr>
                <a:solidFill>
                  <a:srgbClr val="335338"/>
                </a:solidFill>
              </a:defRPr>
            </a:lvl3pPr>
            <a:lvl4pPr marL="0" lvl="3" indent="0" algn="r">
              <a:spcBef>
                <a:spcPts val="0"/>
              </a:spcBef>
              <a:buNone/>
              <a:defRPr>
                <a:solidFill>
                  <a:srgbClr val="335338"/>
                </a:solidFill>
              </a:defRPr>
            </a:lvl4pPr>
            <a:lvl5pPr marL="0" lvl="4" indent="0" algn="r">
              <a:spcBef>
                <a:spcPts val="0"/>
              </a:spcBef>
              <a:buNone/>
              <a:defRPr>
                <a:solidFill>
                  <a:srgbClr val="335338"/>
                </a:solidFill>
              </a:defRPr>
            </a:lvl5pPr>
            <a:lvl6pPr marL="0" lvl="5" indent="0" algn="r">
              <a:spcBef>
                <a:spcPts val="0"/>
              </a:spcBef>
              <a:buNone/>
              <a:defRPr>
                <a:solidFill>
                  <a:srgbClr val="335338"/>
                </a:solidFill>
              </a:defRPr>
            </a:lvl6pPr>
            <a:lvl7pPr marL="0" lvl="6" indent="0" algn="r">
              <a:spcBef>
                <a:spcPts val="0"/>
              </a:spcBef>
              <a:buNone/>
              <a:defRPr>
                <a:solidFill>
                  <a:srgbClr val="335338"/>
                </a:solidFill>
              </a:defRPr>
            </a:lvl7pPr>
            <a:lvl8pPr marL="0" lvl="7" indent="0" algn="r">
              <a:spcBef>
                <a:spcPts val="0"/>
              </a:spcBef>
              <a:buNone/>
              <a:defRPr>
                <a:solidFill>
                  <a:srgbClr val="335338"/>
                </a:solidFill>
              </a:defRPr>
            </a:lvl8pPr>
            <a:lvl9pPr marL="0" lvl="8" indent="0" algn="r">
              <a:spcBef>
                <a:spcPts val="0"/>
              </a:spcBef>
              <a:buNone/>
              <a:defRPr>
                <a:solidFill>
                  <a:srgbClr val="33533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spd="med">
    <p:push/>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5"/>
        <p:cNvGrpSpPr/>
        <p:nvPr/>
      </p:nvGrpSpPr>
      <p:grpSpPr>
        <a:xfrm>
          <a:off x="0" y="0"/>
          <a:ext cx="0" cy="0"/>
          <a:chOff x="0" y="0"/>
          <a:chExt cx="0" cy="0"/>
        </a:xfrm>
      </p:grpSpPr>
      <p:sp>
        <p:nvSpPr>
          <p:cNvPr id="26" name="Google Shape;26;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1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8" name="Google Shape;28;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335338"/>
                </a:solidFill>
              </a:defRPr>
            </a:lvl1pPr>
            <a:lvl2pPr marL="0" lvl="1" indent="0" algn="r">
              <a:spcBef>
                <a:spcPts val="0"/>
              </a:spcBef>
              <a:buNone/>
              <a:defRPr>
                <a:solidFill>
                  <a:srgbClr val="335338"/>
                </a:solidFill>
              </a:defRPr>
            </a:lvl2pPr>
            <a:lvl3pPr marL="0" lvl="2" indent="0" algn="r">
              <a:spcBef>
                <a:spcPts val="0"/>
              </a:spcBef>
              <a:buNone/>
              <a:defRPr>
                <a:solidFill>
                  <a:srgbClr val="335338"/>
                </a:solidFill>
              </a:defRPr>
            </a:lvl3pPr>
            <a:lvl4pPr marL="0" lvl="3" indent="0" algn="r">
              <a:spcBef>
                <a:spcPts val="0"/>
              </a:spcBef>
              <a:buNone/>
              <a:defRPr>
                <a:solidFill>
                  <a:srgbClr val="335338"/>
                </a:solidFill>
              </a:defRPr>
            </a:lvl4pPr>
            <a:lvl5pPr marL="0" lvl="4" indent="0" algn="r">
              <a:spcBef>
                <a:spcPts val="0"/>
              </a:spcBef>
              <a:buNone/>
              <a:defRPr>
                <a:solidFill>
                  <a:srgbClr val="335338"/>
                </a:solidFill>
              </a:defRPr>
            </a:lvl5pPr>
            <a:lvl6pPr marL="0" lvl="5" indent="0" algn="r">
              <a:spcBef>
                <a:spcPts val="0"/>
              </a:spcBef>
              <a:buNone/>
              <a:defRPr>
                <a:solidFill>
                  <a:srgbClr val="335338"/>
                </a:solidFill>
              </a:defRPr>
            </a:lvl6pPr>
            <a:lvl7pPr marL="0" lvl="6" indent="0" algn="r">
              <a:spcBef>
                <a:spcPts val="0"/>
              </a:spcBef>
              <a:buNone/>
              <a:defRPr>
                <a:solidFill>
                  <a:srgbClr val="335338"/>
                </a:solidFill>
              </a:defRPr>
            </a:lvl7pPr>
            <a:lvl8pPr marL="0" lvl="7" indent="0" algn="r">
              <a:spcBef>
                <a:spcPts val="0"/>
              </a:spcBef>
              <a:buNone/>
              <a:defRPr>
                <a:solidFill>
                  <a:srgbClr val="335338"/>
                </a:solidFill>
              </a:defRPr>
            </a:lvl8pPr>
            <a:lvl9pPr marL="0" lvl="8" indent="0" algn="r">
              <a:spcBef>
                <a:spcPts val="0"/>
              </a:spcBef>
              <a:buNone/>
              <a:defRPr>
                <a:solidFill>
                  <a:srgbClr val="33533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spd="med">
    <p:push/>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
        <p:cNvGrpSpPr/>
        <p:nvPr/>
      </p:nvGrpSpPr>
      <p:grpSpPr>
        <a:xfrm>
          <a:off x="0" y="0"/>
          <a:ext cx="0" cy="0"/>
          <a:chOff x="0" y="0"/>
          <a:chExt cx="0" cy="0"/>
        </a:xfrm>
      </p:grpSpPr>
      <p:sp>
        <p:nvSpPr>
          <p:cNvPr id="32" name="Google Shape;32;p20"/>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20"/>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4" name="Google Shape;34;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335338"/>
                </a:solidFill>
              </a:defRPr>
            </a:lvl1pPr>
            <a:lvl2pPr marL="0" lvl="1" indent="0" algn="r">
              <a:spcBef>
                <a:spcPts val="0"/>
              </a:spcBef>
              <a:buNone/>
              <a:defRPr>
                <a:solidFill>
                  <a:srgbClr val="335338"/>
                </a:solidFill>
              </a:defRPr>
            </a:lvl2pPr>
            <a:lvl3pPr marL="0" lvl="2" indent="0" algn="r">
              <a:spcBef>
                <a:spcPts val="0"/>
              </a:spcBef>
              <a:buNone/>
              <a:defRPr>
                <a:solidFill>
                  <a:srgbClr val="335338"/>
                </a:solidFill>
              </a:defRPr>
            </a:lvl3pPr>
            <a:lvl4pPr marL="0" lvl="3" indent="0" algn="r">
              <a:spcBef>
                <a:spcPts val="0"/>
              </a:spcBef>
              <a:buNone/>
              <a:defRPr>
                <a:solidFill>
                  <a:srgbClr val="335338"/>
                </a:solidFill>
              </a:defRPr>
            </a:lvl4pPr>
            <a:lvl5pPr marL="0" lvl="4" indent="0" algn="r">
              <a:spcBef>
                <a:spcPts val="0"/>
              </a:spcBef>
              <a:buNone/>
              <a:defRPr>
                <a:solidFill>
                  <a:srgbClr val="335338"/>
                </a:solidFill>
              </a:defRPr>
            </a:lvl5pPr>
            <a:lvl6pPr marL="0" lvl="5" indent="0" algn="r">
              <a:spcBef>
                <a:spcPts val="0"/>
              </a:spcBef>
              <a:buNone/>
              <a:defRPr>
                <a:solidFill>
                  <a:srgbClr val="335338"/>
                </a:solidFill>
              </a:defRPr>
            </a:lvl6pPr>
            <a:lvl7pPr marL="0" lvl="6" indent="0" algn="r">
              <a:spcBef>
                <a:spcPts val="0"/>
              </a:spcBef>
              <a:buNone/>
              <a:defRPr>
                <a:solidFill>
                  <a:srgbClr val="335338"/>
                </a:solidFill>
              </a:defRPr>
            </a:lvl7pPr>
            <a:lvl8pPr marL="0" lvl="7" indent="0" algn="r">
              <a:spcBef>
                <a:spcPts val="0"/>
              </a:spcBef>
              <a:buNone/>
              <a:defRPr>
                <a:solidFill>
                  <a:srgbClr val="335338"/>
                </a:solidFill>
              </a:defRPr>
            </a:lvl8pPr>
            <a:lvl9pPr marL="0" lvl="8" indent="0" algn="r">
              <a:spcBef>
                <a:spcPts val="0"/>
              </a:spcBef>
              <a:buNone/>
              <a:defRPr>
                <a:solidFill>
                  <a:srgbClr val="33533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spd="med">
    <p:push/>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7"/>
        <p:cNvGrpSpPr/>
        <p:nvPr/>
      </p:nvGrpSpPr>
      <p:grpSpPr>
        <a:xfrm>
          <a:off x="0" y="0"/>
          <a:ext cx="0" cy="0"/>
          <a:chOff x="0" y="0"/>
          <a:chExt cx="0" cy="0"/>
        </a:xfrm>
      </p:grpSpPr>
      <p:sp>
        <p:nvSpPr>
          <p:cNvPr id="38" name="Google Shape;38;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21"/>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1"/>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1" name="Google Shape;41;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335338"/>
                </a:solidFill>
              </a:defRPr>
            </a:lvl1pPr>
            <a:lvl2pPr marL="0" lvl="1" indent="0" algn="r">
              <a:spcBef>
                <a:spcPts val="0"/>
              </a:spcBef>
              <a:buNone/>
              <a:defRPr>
                <a:solidFill>
                  <a:srgbClr val="335338"/>
                </a:solidFill>
              </a:defRPr>
            </a:lvl2pPr>
            <a:lvl3pPr marL="0" lvl="2" indent="0" algn="r">
              <a:spcBef>
                <a:spcPts val="0"/>
              </a:spcBef>
              <a:buNone/>
              <a:defRPr>
                <a:solidFill>
                  <a:srgbClr val="335338"/>
                </a:solidFill>
              </a:defRPr>
            </a:lvl3pPr>
            <a:lvl4pPr marL="0" lvl="3" indent="0" algn="r">
              <a:spcBef>
                <a:spcPts val="0"/>
              </a:spcBef>
              <a:buNone/>
              <a:defRPr>
                <a:solidFill>
                  <a:srgbClr val="335338"/>
                </a:solidFill>
              </a:defRPr>
            </a:lvl4pPr>
            <a:lvl5pPr marL="0" lvl="4" indent="0" algn="r">
              <a:spcBef>
                <a:spcPts val="0"/>
              </a:spcBef>
              <a:buNone/>
              <a:defRPr>
                <a:solidFill>
                  <a:srgbClr val="335338"/>
                </a:solidFill>
              </a:defRPr>
            </a:lvl5pPr>
            <a:lvl6pPr marL="0" lvl="5" indent="0" algn="r">
              <a:spcBef>
                <a:spcPts val="0"/>
              </a:spcBef>
              <a:buNone/>
              <a:defRPr>
                <a:solidFill>
                  <a:srgbClr val="335338"/>
                </a:solidFill>
              </a:defRPr>
            </a:lvl6pPr>
            <a:lvl7pPr marL="0" lvl="6" indent="0" algn="r">
              <a:spcBef>
                <a:spcPts val="0"/>
              </a:spcBef>
              <a:buNone/>
              <a:defRPr>
                <a:solidFill>
                  <a:srgbClr val="335338"/>
                </a:solidFill>
              </a:defRPr>
            </a:lvl7pPr>
            <a:lvl8pPr marL="0" lvl="7" indent="0" algn="r">
              <a:spcBef>
                <a:spcPts val="0"/>
              </a:spcBef>
              <a:buNone/>
              <a:defRPr>
                <a:solidFill>
                  <a:srgbClr val="335338"/>
                </a:solidFill>
              </a:defRPr>
            </a:lvl8pPr>
            <a:lvl9pPr marL="0" lvl="8" indent="0" algn="r">
              <a:spcBef>
                <a:spcPts val="0"/>
              </a:spcBef>
              <a:buNone/>
              <a:defRPr>
                <a:solidFill>
                  <a:srgbClr val="33533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spd="med">
    <p:push/>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22"/>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22"/>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7" name="Google Shape;47;p22"/>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22"/>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9" name="Google Shape;49;p22"/>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335338"/>
                </a:solidFill>
              </a:defRPr>
            </a:lvl1pPr>
            <a:lvl2pPr marL="0" lvl="1" indent="0" algn="r">
              <a:spcBef>
                <a:spcPts val="0"/>
              </a:spcBef>
              <a:buNone/>
              <a:defRPr>
                <a:solidFill>
                  <a:srgbClr val="335338"/>
                </a:solidFill>
              </a:defRPr>
            </a:lvl2pPr>
            <a:lvl3pPr marL="0" lvl="2" indent="0" algn="r">
              <a:spcBef>
                <a:spcPts val="0"/>
              </a:spcBef>
              <a:buNone/>
              <a:defRPr>
                <a:solidFill>
                  <a:srgbClr val="335338"/>
                </a:solidFill>
              </a:defRPr>
            </a:lvl3pPr>
            <a:lvl4pPr marL="0" lvl="3" indent="0" algn="r">
              <a:spcBef>
                <a:spcPts val="0"/>
              </a:spcBef>
              <a:buNone/>
              <a:defRPr>
                <a:solidFill>
                  <a:srgbClr val="335338"/>
                </a:solidFill>
              </a:defRPr>
            </a:lvl4pPr>
            <a:lvl5pPr marL="0" lvl="4" indent="0" algn="r">
              <a:spcBef>
                <a:spcPts val="0"/>
              </a:spcBef>
              <a:buNone/>
              <a:defRPr>
                <a:solidFill>
                  <a:srgbClr val="335338"/>
                </a:solidFill>
              </a:defRPr>
            </a:lvl5pPr>
            <a:lvl6pPr marL="0" lvl="5" indent="0" algn="r">
              <a:spcBef>
                <a:spcPts val="0"/>
              </a:spcBef>
              <a:buNone/>
              <a:defRPr>
                <a:solidFill>
                  <a:srgbClr val="335338"/>
                </a:solidFill>
              </a:defRPr>
            </a:lvl6pPr>
            <a:lvl7pPr marL="0" lvl="6" indent="0" algn="r">
              <a:spcBef>
                <a:spcPts val="0"/>
              </a:spcBef>
              <a:buNone/>
              <a:defRPr>
                <a:solidFill>
                  <a:srgbClr val="335338"/>
                </a:solidFill>
              </a:defRPr>
            </a:lvl7pPr>
            <a:lvl8pPr marL="0" lvl="7" indent="0" algn="r">
              <a:spcBef>
                <a:spcPts val="0"/>
              </a:spcBef>
              <a:buNone/>
              <a:defRPr>
                <a:solidFill>
                  <a:srgbClr val="335338"/>
                </a:solidFill>
              </a:defRPr>
            </a:lvl8pPr>
            <a:lvl9pPr marL="0" lvl="8" indent="0" algn="r">
              <a:spcBef>
                <a:spcPts val="0"/>
              </a:spcBef>
              <a:buNone/>
              <a:defRPr>
                <a:solidFill>
                  <a:srgbClr val="33533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spd="med">
    <p:push/>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335338"/>
                </a:solidFill>
              </a:defRPr>
            </a:lvl1pPr>
            <a:lvl2pPr marL="0" lvl="1" indent="0" algn="r">
              <a:spcBef>
                <a:spcPts val="0"/>
              </a:spcBef>
              <a:buNone/>
              <a:defRPr>
                <a:solidFill>
                  <a:srgbClr val="335338"/>
                </a:solidFill>
              </a:defRPr>
            </a:lvl2pPr>
            <a:lvl3pPr marL="0" lvl="2" indent="0" algn="r">
              <a:spcBef>
                <a:spcPts val="0"/>
              </a:spcBef>
              <a:buNone/>
              <a:defRPr>
                <a:solidFill>
                  <a:srgbClr val="335338"/>
                </a:solidFill>
              </a:defRPr>
            </a:lvl3pPr>
            <a:lvl4pPr marL="0" lvl="3" indent="0" algn="r">
              <a:spcBef>
                <a:spcPts val="0"/>
              </a:spcBef>
              <a:buNone/>
              <a:defRPr>
                <a:solidFill>
                  <a:srgbClr val="335338"/>
                </a:solidFill>
              </a:defRPr>
            </a:lvl4pPr>
            <a:lvl5pPr marL="0" lvl="4" indent="0" algn="r">
              <a:spcBef>
                <a:spcPts val="0"/>
              </a:spcBef>
              <a:buNone/>
              <a:defRPr>
                <a:solidFill>
                  <a:srgbClr val="335338"/>
                </a:solidFill>
              </a:defRPr>
            </a:lvl5pPr>
            <a:lvl6pPr marL="0" lvl="5" indent="0" algn="r">
              <a:spcBef>
                <a:spcPts val="0"/>
              </a:spcBef>
              <a:buNone/>
              <a:defRPr>
                <a:solidFill>
                  <a:srgbClr val="335338"/>
                </a:solidFill>
              </a:defRPr>
            </a:lvl6pPr>
            <a:lvl7pPr marL="0" lvl="6" indent="0" algn="r">
              <a:spcBef>
                <a:spcPts val="0"/>
              </a:spcBef>
              <a:buNone/>
              <a:defRPr>
                <a:solidFill>
                  <a:srgbClr val="335338"/>
                </a:solidFill>
              </a:defRPr>
            </a:lvl7pPr>
            <a:lvl8pPr marL="0" lvl="7" indent="0" algn="r">
              <a:spcBef>
                <a:spcPts val="0"/>
              </a:spcBef>
              <a:buNone/>
              <a:defRPr>
                <a:solidFill>
                  <a:srgbClr val="335338"/>
                </a:solidFill>
              </a:defRPr>
            </a:lvl8pPr>
            <a:lvl9pPr marL="0" lvl="8" indent="0" algn="r">
              <a:spcBef>
                <a:spcPts val="0"/>
              </a:spcBef>
              <a:buNone/>
              <a:defRPr>
                <a:solidFill>
                  <a:srgbClr val="33533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spd="med">
    <p:push/>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2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2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2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335338"/>
                </a:solidFill>
              </a:defRPr>
            </a:lvl1pPr>
            <a:lvl2pPr marL="0" lvl="1" indent="0" algn="r">
              <a:spcBef>
                <a:spcPts val="0"/>
              </a:spcBef>
              <a:buNone/>
              <a:defRPr>
                <a:solidFill>
                  <a:srgbClr val="335338"/>
                </a:solidFill>
              </a:defRPr>
            </a:lvl2pPr>
            <a:lvl3pPr marL="0" lvl="2" indent="0" algn="r">
              <a:spcBef>
                <a:spcPts val="0"/>
              </a:spcBef>
              <a:buNone/>
              <a:defRPr>
                <a:solidFill>
                  <a:srgbClr val="335338"/>
                </a:solidFill>
              </a:defRPr>
            </a:lvl3pPr>
            <a:lvl4pPr marL="0" lvl="3" indent="0" algn="r">
              <a:spcBef>
                <a:spcPts val="0"/>
              </a:spcBef>
              <a:buNone/>
              <a:defRPr>
                <a:solidFill>
                  <a:srgbClr val="335338"/>
                </a:solidFill>
              </a:defRPr>
            </a:lvl4pPr>
            <a:lvl5pPr marL="0" lvl="4" indent="0" algn="r">
              <a:spcBef>
                <a:spcPts val="0"/>
              </a:spcBef>
              <a:buNone/>
              <a:defRPr>
                <a:solidFill>
                  <a:srgbClr val="335338"/>
                </a:solidFill>
              </a:defRPr>
            </a:lvl5pPr>
            <a:lvl6pPr marL="0" lvl="5" indent="0" algn="r">
              <a:spcBef>
                <a:spcPts val="0"/>
              </a:spcBef>
              <a:buNone/>
              <a:defRPr>
                <a:solidFill>
                  <a:srgbClr val="335338"/>
                </a:solidFill>
              </a:defRPr>
            </a:lvl6pPr>
            <a:lvl7pPr marL="0" lvl="6" indent="0" algn="r">
              <a:spcBef>
                <a:spcPts val="0"/>
              </a:spcBef>
              <a:buNone/>
              <a:defRPr>
                <a:solidFill>
                  <a:srgbClr val="335338"/>
                </a:solidFill>
              </a:defRPr>
            </a:lvl7pPr>
            <a:lvl8pPr marL="0" lvl="7" indent="0" algn="r">
              <a:spcBef>
                <a:spcPts val="0"/>
              </a:spcBef>
              <a:buNone/>
              <a:defRPr>
                <a:solidFill>
                  <a:srgbClr val="335338"/>
                </a:solidFill>
              </a:defRPr>
            </a:lvl8pPr>
            <a:lvl9pPr marL="0" lvl="8" indent="0" algn="r">
              <a:spcBef>
                <a:spcPts val="0"/>
              </a:spcBef>
              <a:buNone/>
              <a:defRPr>
                <a:solidFill>
                  <a:srgbClr val="33533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spd="med">
    <p:push/>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2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25"/>
          <p:cNvSpPr>
            <a:spLocks noGrp="1"/>
          </p:cNvSpPr>
          <p:nvPr>
            <p:ph type="pic" idx="2"/>
          </p:nvPr>
        </p:nvSpPr>
        <p:spPr>
          <a:xfrm>
            <a:off x="5183188" y="987425"/>
            <a:ext cx="6172200" cy="4873625"/>
          </a:xfrm>
          <a:prstGeom prst="rect">
            <a:avLst/>
          </a:prstGeom>
          <a:noFill/>
          <a:ln>
            <a:noFill/>
          </a:ln>
        </p:spPr>
      </p:sp>
      <p:sp>
        <p:nvSpPr>
          <p:cNvPr id="68" name="Google Shape;68;p2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335338"/>
                </a:solidFill>
              </a:defRPr>
            </a:lvl1pPr>
            <a:lvl2pPr marL="0" lvl="1" indent="0" algn="r">
              <a:spcBef>
                <a:spcPts val="0"/>
              </a:spcBef>
              <a:buNone/>
              <a:defRPr>
                <a:solidFill>
                  <a:srgbClr val="335338"/>
                </a:solidFill>
              </a:defRPr>
            </a:lvl2pPr>
            <a:lvl3pPr marL="0" lvl="2" indent="0" algn="r">
              <a:spcBef>
                <a:spcPts val="0"/>
              </a:spcBef>
              <a:buNone/>
              <a:defRPr>
                <a:solidFill>
                  <a:srgbClr val="335338"/>
                </a:solidFill>
              </a:defRPr>
            </a:lvl3pPr>
            <a:lvl4pPr marL="0" lvl="3" indent="0" algn="r">
              <a:spcBef>
                <a:spcPts val="0"/>
              </a:spcBef>
              <a:buNone/>
              <a:defRPr>
                <a:solidFill>
                  <a:srgbClr val="335338"/>
                </a:solidFill>
              </a:defRPr>
            </a:lvl4pPr>
            <a:lvl5pPr marL="0" lvl="4" indent="0" algn="r">
              <a:spcBef>
                <a:spcPts val="0"/>
              </a:spcBef>
              <a:buNone/>
              <a:defRPr>
                <a:solidFill>
                  <a:srgbClr val="335338"/>
                </a:solidFill>
              </a:defRPr>
            </a:lvl5pPr>
            <a:lvl6pPr marL="0" lvl="5" indent="0" algn="r">
              <a:spcBef>
                <a:spcPts val="0"/>
              </a:spcBef>
              <a:buNone/>
              <a:defRPr>
                <a:solidFill>
                  <a:srgbClr val="335338"/>
                </a:solidFill>
              </a:defRPr>
            </a:lvl6pPr>
            <a:lvl7pPr marL="0" lvl="6" indent="0" algn="r">
              <a:spcBef>
                <a:spcPts val="0"/>
              </a:spcBef>
              <a:buNone/>
              <a:defRPr>
                <a:solidFill>
                  <a:srgbClr val="335338"/>
                </a:solidFill>
              </a:defRPr>
            </a:lvl7pPr>
            <a:lvl8pPr marL="0" lvl="7" indent="0" algn="r">
              <a:spcBef>
                <a:spcPts val="0"/>
              </a:spcBef>
              <a:buNone/>
              <a:defRPr>
                <a:solidFill>
                  <a:srgbClr val="335338"/>
                </a:solidFill>
              </a:defRPr>
            </a:lvl8pPr>
            <a:lvl9pPr marL="0" lvl="8" indent="0" algn="r">
              <a:spcBef>
                <a:spcPts val="0"/>
              </a:spcBef>
              <a:buNone/>
              <a:defRPr>
                <a:solidFill>
                  <a:srgbClr val="33533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spd="med">
    <p:push/>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2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2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335338"/>
                </a:solidFill>
              </a:defRPr>
            </a:lvl1pPr>
            <a:lvl2pPr marL="0" lvl="1" indent="0" algn="r">
              <a:spcBef>
                <a:spcPts val="0"/>
              </a:spcBef>
              <a:buNone/>
              <a:defRPr>
                <a:solidFill>
                  <a:srgbClr val="335338"/>
                </a:solidFill>
              </a:defRPr>
            </a:lvl2pPr>
            <a:lvl3pPr marL="0" lvl="2" indent="0" algn="r">
              <a:spcBef>
                <a:spcPts val="0"/>
              </a:spcBef>
              <a:buNone/>
              <a:defRPr>
                <a:solidFill>
                  <a:srgbClr val="335338"/>
                </a:solidFill>
              </a:defRPr>
            </a:lvl3pPr>
            <a:lvl4pPr marL="0" lvl="3" indent="0" algn="r">
              <a:spcBef>
                <a:spcPts val="0"/>
              </a:spcBef>
              <a:buNone/>
              <a:defRPr>
                <a:solidFill>
                  <a:srgbClr val="335338"/>
                </a:solidFill>
              </a:defRPr>
            </a:lvl4pPr>
            <a:lvl5pPr marL="0" lvl="4" indent="0" algn="r">
              <a:spcBef>
                <a:spcPts val="0"/>
              </a:spcBef>
              <a:buNone/>
              <a:defRPr>
                <a:solidFill>
                  <a:srgbClr val="335338"/>
                </a:solidFill>
              </a:defRPr>
            </a:lvl5pPr>
            <a:lvl6pPr marL="0" lvl="5" indent="0" algn="r">
              <a:spcBef>
                <a:spcPts val="0"/>
              </a:spcBef>
              <a:buNone/>
              <a:defRPr>
                <a:solidFill>
                  <a:srgbClr val="335338"/>
                </a:solidFill>
              </a:defRPr>
            </a:lvl6pPr>
            <a:lvl7pPr marL="0" lvl="6" indent="0" algn="r">
              <a:spcBef>
                <a:spcPts val="0"/>
              </a:spcBef>
              <a:buNone/>
              <a:defRPr>
                <a:solidFill>
                  <a:srgbClr val="335338"/>
                </a:solidFill>
              </a:defRPr>
            </a:lvl7pPr>
            <a:lvl8pPr marL="0" lvl="7" indent="0" algn="r">
              <a:spcBef>
                <a:spcPts val="0"/>
              </a:spcBef>
              <a:buNone/>
              <a:defRPr>
                <a:solidFill>
                  <a:srgbClr val="335338"/>
                </a:solidFill>
              </a:defRPr>
            </a:lvl8pPr>
            <a:lvl9pPr marL="0" lvl="8" indent="0" algn="r">
              <a:spcBef>
                <a:spcPts val="0"/>
              </a:spcBef>
              <a:buNone/>
              <a:defRPr>
                <a:solidFill>
                  <a:srgbClr val="33533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spd="med">
    <p:push/>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2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2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335338"/>
                </a:solidFill>
              </a:defRPr>
            </a:lvl1pPr>
            <a:lvl2pPr marL="0" lvl="1" indent="0" algn="r">
              <a:spcBef>
                <a:spcPts val="0"/>
              </a:spcBef>
              <a:buNone/>
              <a:defRPr>
                <a:solidFill>
                  <a:srgbClr val="335338"/>
                </a:solidFill>
              </a:defRPr>
            </a:lvl2pPr>
            <a:lvl3pPr marL="0" lvl="2" indent="0" algn="r">
              <a:spcBef>
                <a:spcPts val="0"/>
              </a:spcBef>
              <a:buNone/>
              <a:defRPr>
                <a:solidFill>
                  <a:srgbClr val="335338"/>
                </a:solidFill>
              </a:defRPr>
            </a:lvl3pPr>
            <a:lvl4pPr marL="0" lvl="3" indent="0" algn="r">
              <a:spcBef>
                <a:spcPts val="0"/>
              </a:spcBef>
              <a:buNone/>
              <a:defRPr>
                <a:solidFill>
                  <a:srgbClr val="335338"/>
                </a:solidFill>
              </a:defRPr>
            </a:lvl4pPr>
            <a:lvl5pPr marL="0" lvl="4" indent="0" algn="r">
              <a:spcBef>
                <a:spcPts val="0"/>
              </a:spcBef>
              <a:buNone/>
              <a:defRPr>
                <a:solidFill>
                  <a:srgbClr val="335338"/>
                </a:solidFill>
              </a:defRPr>
            </a:lvl5pPr>
            <a:lvl6pPr marL="0" lvl="5" indent="0" algn="r">
              <a:spcBef>
                <a:spcPts val="0"/>
              </a:spcBef>
              <a:buNone/>
              <a:defRPr>
                <a:solidFill>
                  <a:srgbClr val="335338"/>
                </a:solidFill>
              </a:defRPr>
            </a:lvl6pPr>
            <a:lvl7pPr marL="0" lvl="6" indent="0" algn="r">
              <a:spcBef>
                <a:spcPts val="0"/>
              </a:spcBef>
              <a:buNone/>
              <a:defRPr>
                <a:solidFill>
                  <a:srgbClr val="335338"/>
                </a:solidFill>
              </a:defRPr>
            </a:lvl7pPr>
            <a:lvl8pPr marL="0" lvl="7" indent="0" algn="r">
              <a:spcBef>
                <a:spcPts val="0"/>
              </a:spcBef>
              <a:buNone/>
              <a:defRPr>
                <a:solidFill>
                  <a:srgbClr val="335338"/>
                </a:solidFill>
              </a:defRPr>
            </a:lvl8pPr>
            <a:lvl9pPr marL="0" lvl="8" indent="0" algn="r">
              <a:spcBef>
                <a:spcPts val="0"/>
              </a:spcBef>
              <a:buNone/>
              <a:defRPr>
                <a:solidFill>
                  <a:srgbClr val="33533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spd="med">
    <p:push/>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99"/>
        <p:cNvGrpSpPr/>
        <p:nvPr/>
      </p:nvGrpSpPr>
      <p:grpSpPr>
        <a:xfrm>
          <a:off x="0" y="0"/>
          <a:ext cx="0" cy="0"/>
          <a:chOff x="0" y="0"/>
          <a:chExt cx="0" cy="0"/>
        </a:xfrm>
      </p:grpSpPr>
      <p:sp>
        <p:nvSpPr>
          <p:cNvPr id="100" name="Google Shape;100;p17"/>
          <p:cNvSpPr txBox="1">
            <a:spLocks noGrp="1"/>
          </p:cNvSpPr>
          <p:nvPr>
            <p:ph type="ctrTitle"/>
          </p:nvPr>
        </p:nvSpPr>
        <p:spPr>
          <a:xfrm>
            <a:off x="1595269" y="1122363"/>
            <a:ext cx="9001462"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lt1"/>
              </a:buClr>
              <a:buSzPts val="4800"/>
              <a:buFont typeface="Arial"/>
              <a:buNone/>
              <a:defRPr sz="4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1" name="Google Shape;101;p17"/>
          <p:cNvSpPr txBox="1">
            <a:spLocks noGrp="1"/>
          </p:cNvSpPr>
          <p:nvPr>
            <p:ph type="subTitle" idx="1"/>
          </p:nvPr>
        </p:nvSpPr>
        <p:spPr>
          <a:xfrm>
            <a:off x="1595269" y="3602038"/>
            <a:ext cx="9001462" cy="1655762"/>
          </a:xfrm>
          <a:prstGeom prst="rect">
            <a:avLst/>
          </a:prstGeom>
          <a:noFill/>
          <a:ln>
            <a:noFill/>
          </a:ln>
        </p:spPr>
        <p:txBody>
          <a:bodyPr spcFirstLastPara="1" wrap="square" lIns="91425" tIns="45700" rIns="91425" bIns="45700" anchor="t" anchorCtr="0">
            <a:normAutofit/>
          </a:bodyPr>
          <a:lstStyle>
            <a:lvl1pPr lvl="0" algn="ctr">
              <a:lnSpc>
                <a:spcPct val="120000"/>
              </a:lnSpc>
              <a:spcBef>
                <a:spcPts val="1000"/>
              </a:spcBef>
              <a:spcAft>
                <a:spcPts val="0"/>
              </a:spcAft>
              <a:buClr>
                <a:schemeClr val="lt1"/>
              </a:buClr>
              <a:buSzPts val="2400"/>
              <a:buNone/>
              <a:defRPr sz="2400"/>
            </a:lvl1pPr>
            <a:lvl2pPr lvl="1" algn="ctr">
              <a:lnSpc>
                <a:spcPct val="120000"/>
              </a:lnSpc>
              <a:spcBef>
                <a:spcPts val="500"/>
              </a:spcBef>
              <a:spcAft>
                <a:spcPts val="0"/>
              </a:spcAft>
              <a:buClr>
                <a:schemeClr val="lt1"/>
              </a:buClr>
              <a:buSzPts val="2000"/>
              <a:buNone/>
              <a:defRPr sz="2000"/>
            </a:lvl2pPr>
            <a:lvl3pPr lvl="2" algn="ctr">
              <a:lnSpc>
                <a:spcPct val="120000"/>
              </a:lnSpc>
              <a:spcBef>
                <a:spcPts val="500"/>
              </a:spcBef>
              <a:spcAft>
                <a:spcPts val="0"/>
              </a:spcAft>
              <a:buClr>
                <a:schemeClr val="lt1"/>
              </a:buClr>
              <a:buSzPts val="1800"/>
              <a:buNone/>
              <a:defRPr sz="1800"/>
            </a:lvl3pPr>
            <a:lvl4pPr lvl="3" algn="ctr">
              <a:lnSpc>
                <a:spcPct val="120000"/>
              </a:lnSpc>
              <a:spcBef>
                <a:spcPts val="500"/>
              </a:spcBef>
              <a:spcAft>
                <a:spcPts val="0"/>
              </a:spcAft>
              <a:buClr>
                <a:schemeClr val="lt1"/>
              </a:buClr>
              <a:buSzPts val="1600"/>
              <a:buNone/>
              <a:defRPr sz="1600"/>
            </a:lvl4pPr>
            <a:lvl5pPr lvl="4" algn="ctr">
              <a:lnSpc>
                <a:spcPct val="120000"/>
              </a:lnSpc>
              <a:spcBef>
                <a:spcPts val="500"/>
              </a:spcBef>
              <a:spcAft>
                <a:spcPts val="0"/>
              </a:spcAft>
              <a:buClr>
                <a:schemeClr val="lt1"/>
              </a:buClr>
              <a:buSzPts val="1600"/>
              <a:buNone/>
              <a:defRPr sz="1600"/>
            </a:lvl5pPr>
            <a:lvl6pPr lvl="5" algn="ctr">
              <a:lnSpc>
                <a:spcPct val="120000"/>
              </a:lnSpc>
              <a:spcBef>
                <a:spcPts val="500"/>
              </a:spcBef>
              <a:spcAft>
                <a:spcPts val="0"/>
              </a:spcAft>
              <a:buClr>
                <a:schemeClr val="lt1"/>
              </a:buClr>
              <a:buSzPts val="1600"/>
              <a:buNone/>
              <a:defRPr sz="1600"/>
            </a:lvl6pPr>
            <a:lvl7pPr lvl="6" algn="ctr">
              <a:lnSpc>
                <a:spcPct val="120000"/>
              </a:lnSpc>
              <a:spcBef>
                <a:spcPts val="500"/>
              </a:spcBef>
              <a:spcAft>
                <a:spcPts val="0"/>
              </a:spcAft>
              <a:buClr>
                <a:schemeClr val="lt1"/>
              </a:buClr>
              <a:buSzPts val="1600"/>
              <a:buNone/>
              <a:defRPr sz="1600"/>
            </a:lvl7pPr>
            <a:lvl8pPr lvl="7" algn="ctr">
              <a:lnSpc>
                <a:spcPct val="120000"/>
              </a:lnSpc>
              <a:spcBef>
                <a:spcPts val="500"/>
              </a:spcBef>
              <a:spcAft>
                <a:spcPts val="0"/>
              </a:spcAft>
              <a:buClr>
                <a:schemeClr val="lt1"/>
              </a:buClr>
              <a:buSzPts val="1600"/>
              <a:buNone/>
              <a:defRPr sz="1600"/>
            </a:lvl8pPr>
            <a:lvl9pPr lvl="8" algn="ctr">
              <a:lnSpc>
                <a:spcPct val="120000"/>
              </a:lnSpc>
              <a:spcBef>
                <a:spcPts val="500"/>
              </a:spcBef>
              <a:spcAft>
                <a:spcPts val="0"/>
              </a:spcAft>
              <a:buClr>
                <a:schemeClr val="lt1"/>
              </a:buClr>
              <a:buSzPts val="1600"/>
              <a:buNone/>
              <a:defRPr sz="1600"/>
            </a:lvl9pPr>
          </a:lstStyle>
          <a:p>
            <a:endParaRPr/>
          </a:p>
        </p:txBody>
      </p:sp>
      <p:sp>
        <p:nvSpPr>
          <p:cNvPr id="102" name="Google Shape;102;p17"/>
          <p:cNvSpPr txBox="1">
            <a:spLocks noGrp="1"/>
          </p:cNvSpPr>
          <p:nvPr>
            <p:ph type="dt" idx="10"/>
          </p:nvPr>
        </p:nvSpPr>
        <p:spPr>
          <a:xfrm>
            <a:off x="7678736" y="5883275"/>
            <a:ext cx="27432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3" name="Google Shape;103;p17"/>
          <p:cNvSpPr txBox="1">
            <a:spLocks noGrp="1"/>
          </p:cNvSpPr>
          <p:nvPr>
            <p:ph type="ftr" idx="11"/>
          </p:nvPr>
        </p:nvSpPr>
        <p:spPr>
          <a:xfrm>
            <a:off x="913794" y="5883275"/>
            <a:ext cx="6672865"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4" name="Google Shape;104;p17"/>
          <p:cNvSpPr txBox="1">
            <a:spLocks noGrp="1"/>
          </p:cNvSpPr>
          <p:nvPr>
            <p:ph type="sldNum" idx="12"/>
          </p:nvPr>
        </p:nvSpPr>
        <p:spPr>
          <a:xfrm>
            <a:off x="10514011" y="5883275"/>
            <a:ext cx="75354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theme" Target="../theme/theme2.xml"/><Relationship Id="rId1" Type="http://schemas.openxmlformats.org/officeDocument/2006/relationships/slideLayout" Target="../slideLayouts/slideLayout12.xml"/><Relationship Id="rId6" Type="http://schemas.openxmlformats.org/officeDocument/2006/relationships/image" Target="../media/image5.jpg"/><Relationship Id="rId5" Type="http://schemas.openxmlformats.org/officeDocument/2006/relationships/image" Target="../media/image4.png"/><Relationship Id="rId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9"/>
        <p:cNvGrpSpPr/>
        <p:nvPr/>
      </p:nvGrpSpPr>
      <p:grpSpPr>
        <a:xfrm>
          <a:off x="0" y="0"/>
          <a:ext cx="0" cy="0"/>
          <a:chOff x="0" y="0"/>
          <a:chExt cx="0" cy="0"/>
        </a:xfrm>
      </p:grpSpPr>
      <p:sp>
        <p:nvSpPr>
          <p:cNvPr id="10" name="Google Shape;10;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1200" b="0" i="0" u="none" strike="noStrike" cap="none">
                <a:solidFill>
                  <a:srgbClr val="335338"/>
                </a:solidFill>
                <a:latin typeface="Arial"/>
                <a:ea typeface="Arial"/>
                <a:cs typeface="Arial"/>
                <a:sym typeface="Arial"/>
              </a:defRPr>
            </a:lvl1pPr>
            <a:lvl2pPr marL="0" marR="0" lvl="1" indent="0" algn="r" rtl="0">
              <a:spcBef>
                <a:spcPts val="0"/>
              </a:spcBef>
              <a:spcAft>
                <a:spcPts val="0"/>
              </a:spcAft>
              <a:buNone/>
              <a:defRPr sz="1200" b="0" i="0" u="none" strike="noStrike" cap="none">
                <a:solidFill>
                  <a:srgbClr val="335338"/>
                </a:solidFill>
                <a:latin typeface="Arial"/>
                <a:ea typeface="Arial"/>
                <a:cs typeface="Arial"/>
                <a:sym typeface="Arial"/>
              </a:defRPr>
            </a:lvl2pPr>
            <a:lvl3pPr marL="0" marR="0" lvl="2" indent="0" algn="r" rtl="0">
              <a:spcBef>
                <a:spcPts val="0"/>
              </a:spcBef>
              <a:spcAft>
                <a:spcPts val="0"/>
              </a:spcAft>
              <a:buNone/>
              <a:defRPr sz="1200" b="0" i="0" u="none" strike="noStrike" cap="none">
                <a:solidFill>
                  <a:srgbClr val="335338"/>
                </a:solidFill>
                <a:latin typeface="Arial"/>
                <a:ea typeface="Arial"/>
                <a:cs typeface="Arial"/>
                <a:sym typeface="Arial"/>
              </a:defRPr>
            </a:lvl3pPr>
            <a:lvl4pPr marL="0" marR="0" lvl="3" indent="0" algn="r" rtl="0">
              <a:spcBef>
                <a:spcPts val="0"/>
              </a:spcBef>
              <a:spcAft>
                <a:spcPts val="0"/>
              </a:spcAft>
              <a:buNone/>
              <a:defRPr sz="1200" b="0" i="0" u="none" strike="noStrike" cap="none">
                <a:solidFill>
                  <a:srgbClr val="335338"/>
                </a:solidFill>
                <a:latin typeface="Arial"/>
                <a:ea typeface="Arial"/>
                <a:cs typeface="Arial"/>
                <a:sym typeface="Arial"/>
              </a:defRPr>
            </a:lvl4pPr>
            <a:lvl5pPr marL="0" marR="0" lvl="4" indent="0" algn="r" rtl="0">
              <a:spcBef>
                <a:spcPts val="0"/>
              </a:spcBef>
              <a:spcAft>
                <a:spcPts val="0"/>
              </a:spcAft>
              <a:buNone/>
              <a:defRPr sz="1200" b="0" i="0" u="none" strike="noStrike" cap="none">
                <a:solidFill>
                  <a:srgbClr val="335338"/>
                </a:solidFill>
                <a:latin typeface="Arial"/>
                <a:ea typeface="Arial"/>
                <a:cs typeface="Arial"/>
                <a:sym typeface="Arial"/>
              </a:defRPr>
            </a:lvl5pPr>
            <a:lvl6pPr marL="0" marR="0" lvl="5" indent="0" algn="r" rtl="0">
              <a:spcBef>
                <a:spcPts val="0"/>
              </a:spcBef>
              <a:spcAft>
                <a:spcPts val="0"/>
              </a:spcAft>
              <a:buNone/>
              <a:defRPr sz="1200" b="0" i="0" u="none" strike="noStrike" cap="none">
                <a:solidFill>
                  <a:srgbClr val="335338"/>
                </a:solidFill>
                <a:latin typeface="Arial"/>
                <a:ea typeface="Arial"/>
                <a:cs typeface="Arial"/>
                <a:sym typeface="Arial"/>
              </a:defRPr>
            </a:lvl6pPr>
            <a:lvl7pPr marL="0" marR="0" lvl="6" indent="0" algn="r" rtl="0">
              <a:spcBef>
                <a:spcPts val="0"/>
              </a:spcBef>
              <a:spcAft>
                <a:spcPts val="0"/>
              </a:spcAft>
              <a:buNone/>
              <a:defRPr sz="1200" b="0" i="0" u="none" strike="noStrike" cap="none">
                <a:solidFill>
                  <a:srgbClr val="335338"/>
                </a:solidFill>
                <a:latin typeface="Arial"/>
                <a:ea typeface="Arial"/>
                <a:cs typeface="Arial"/>
                <a:sym typeface="Arial"/>
              </a:defRPr>
            </a:lvl7pPr>
            <a:lvl8pPr marL="0" marR="0" lvl="7" indent="0" algn="r" rtl="0">
              <a:spcBef>
                <a:spcPts val="0"/>
              </a:spcBef>
              <a:spcAft>
                <a:spcPts val="0"/>
              </a:spcAft>
              <a:buNone/>
              <a:defRPr sz="1200" b="0" i="0" u="none" strike="noStrike" cap="none">
                <a:solidFill>
                  <a:srgbClr val="335338"/>
                </a:solidFill>
                <a:latin typeface="Arial"/>
                <a:ea typeface="Arial"/>
                <a:cs typeface="Arial"/>
                <a:sym typeface="Arial"/>
              </a:defRPr>
            </a:lvl8pPr>
            <a:lvl9pPr marL="0" marR="0" lvl="8" indent="0" algn="r" rtl="0">
              <a:spcBef>
                <a:spcPts val="0"/>
              </a:spcBef>
              <a:spcAft>
                <a:spcPts val="0"/>
              </a:spcAft>
              <a:buNone/>
              <a:defRPr sz="1200" b="0" i="0" u="none" strike="noStrike" cap="none">
                <a:solidFill>
                  <a:srgbClr val="33533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med">
    <p:push/>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4"/>
        <p:cNvGrpSpPr/>
        <p:nvPr/>
      </p:nvGrpSpPr>
      <p:grpSpPr>
        <a:xfrm>
          <a:off x="0" y="0"/>
          <a:ext cx="0" cy="0"/>
          <a:chOff x="0" y="0"/>
          <a:chExt cx="0" cy="0"/>
        </a:xfrm>
      </p:grpSpPr>
      <p:pic>
        <p:nvPicPr>
          <p:cNvPr id="85" name="Google Shape;85;p16"/>
          <p:cNvPicPr preferRelativeResize="0"/>
          <p:nvPr/>
        </p:nvPicPr>
        <p:blipFill rotWithShape="1">
          <a:blip r:embed="rId4">
            <a:alphaModFix/>
          </a:blip>
          <a:srcRect/>
          <a:stretch/>
        </p:blipFill>
        <p:spPr>
          <a:xfrm>
            <a:off x="46843" y="45104"/>
            <a:ext cx="12110367" cy="797878"/>
          </a:xfrm>
          <a:prstGeom prst="rect">
            <a:avLst/>
          </a:prstGeom>
          <a:noFill/>
          <a:ln w="38100" cap="sq" cmpd="sng">
            <a:solidFill>
              <a:srgbClr val="92D050"/>
            </a:solidFill>
            <a:prstDash val="solid"/>
            <a:miter lim="800000"/>
            <a:headEnd type="none" w="sm" len="sm"/>
            <a:tailEnd type="none" w="sm" len="sm"/>
          </a:ln>
          <a:effectLst>
            <a:outerShdw blurRad="50800" dist="38100" dir="2700000" algn="tl" rotWithShape="0">
              <a:srgbClr val="000000">
                <a:alpha val="42745"/>
              </a:srgbClr>
            </a:outerShdw>
          </a:effectLst>
        </p:spPr>
      </p:pic>
      <p:pic>
        <p:nvPicPr>
          <p:cNvPr id="86" name="Google Shape;86;p16"/>
          <p:cNvPicPr preferRelativeResize="0"/>
          <p:nvPr/>
        </p:nvPicPr>
        <p:blipFill rotWithShape="1">
          <a:blip r:embed="rId5">
            <a:alphaModFix/>
          </a:blip>
          <a:srcRect/>
          <a:stretch/>
        </p:blipFill>
        <p:spPr>
          <a:xfrm>
            <a:off x="-10160" y="5862541"/>
            <a:ext cx="12195363" cy="1001821"/>
          </a:xfrm>
          <a:prstGeom prst="rect">
            <a:avLst/>
          </a:prstGeom>
          <a:noFill/>
          <a:ln>
            <a:noFill/>
          </a:ln>
        </p:spPr>
      </p:pic>
      <p:sp>
        <p:nvSpPr>
          <p:cNvPr id="87" name="Google Shape;87;p16"/>
          <p:cNvSpPr txBox="1">
            <a:spLocks noGrp="1"/>
          </p:cNvSpPr>
          <p:nvPr>
            <p:ph type="title"/>
          </p:nvPr>
        </p:nvSpPr>
        <p:spPr>
          <a:xfrm>
            <a:off x="913795" y="609600"/>
            <a:ext cx="10353761" cy="1326321"/>
          </a:xfrm>
          <a:prstGeom prst="rect">
            <a:avLst/>
          </a:prstGeom>
          <a:noFill/>
          <a:ln>
            <a:noFill/>
          </a:ln>
        </p:spPr>
        <p:txBody>
          <a:bodyPr spcFirstLastPara="1" wrap="square" lIns="91425" tIns="45700" rIns="91425" bIns="45700" anchor="ctr" anchorCtr="0">
            <a:normAutofit/>
          </a:bodyPr>
          <a:lstStyle>
            <a:lvl1pPr marR="0" lvl="0" algn="ctr" rtl="0">
              <a:lnSpc>
                <a:spcPct val="90000"/>
              </a:lnSpc>
              <a:spcBef>
                <a:spcPts val="0"/>
              </a:spcBef>
              <a:spcAft>
                <a:spcPts val="0"/>
              </a:spcAft>
              <a:buClr>
                <a:schemeClr val="lt1"/>
              </a:buClr>
              <a:buSzPts val="3400"/>
              <a:buFont typeface="Arial"/>
              <a:buNone/>
              <a:defRPr sz="3400" b="1" i="0" u="none" strike="noStrike" cap="non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8" name="Google Shape;88;p16"/>
          <p:cNvSpPr txBox="1">
            <a:spLocks noGrp="1"/>
          </p:cNvSpPr>
          <p:nvPr>
            <p:ph type="body" idx="1"/>
          </p:nvPr>
        </p:nvSpPr>
        <p:spPr>
          <a:xfrm>
            <a:off x="913795" y="2096064"/>
            <a:ext cx="10353762" cy="3695136"/>
          </a:xfrm>
          <a:prstGeom prst="rect">
            <a:avLst/>
          </a:prstGeom>
          <a:noFill/>
          <a:ln>
            <a:noFill/>
          </a:ln>
        </p:spPr>
        <p:txBody>
          <a:bodyPr spcFirstLastPara="1" wrap="square" lIns="91425" tIns="45700" rIns="91425" bIns="45700" anchor="t" anchorCtr="0">
            <a:normAutofit/>
          </a:bodyPr>
          <a:lstStyle>
            <a:lvl1pPr marL="457200" marR="0" lvl="0" indent="-355600" algn="l" rtl="0">
              <a:lnSpc>
                <a:spcPct val="120000"/>
              </a:lnSpc>
              <a:spcBef>
                <a:spcPts val="1000"/>
              </a:spcBef>
              <a:spcAft>
                <a:spcPts val="0"/>
              </a:spcAft>
              <a:buClr>
                <a:schemeClr val="lt1"/>
              </a:buClr>
              <a:buSzPts val="2000"/>
              <a:buFont typeface="Arial"/>
              <a:buChar char="•"/>
              <a:defRPr sz="2000" b="0" i="0" u="none" strike="noStrike" cap="none">
                <a:solidFill>
                  <a:schemeClr val="lt1"/>
                </a:solidFill>
                <a:latin typeface="Arial"/>
                <a:ea typeface="Arial"/>
                <a:cs typeface="Arial"/>
                <a:sym typeface="Arial"/>
              </a:defRPr>
            </a:lvl1pPr>
            <a:lvl2pPr marL="914400" marR="0" lvl="1" indent="-342900" algn="l" rtl="0">
              <a:lnSpc>
                <a:spcPct val="12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2pPr>
            <a:lvl3pPr marL="1371600" marR="0" lvl="2" indent="-330200" algn="l" rtl="0">
              <a:lnSpc>
                <a:spcPct val="120000"/>
              </a:lnSpc>
              <a:spcBef>
                <a:spcPts val="500"/>
              </a:spcBef>
              <a:spcAft>
                <a:spcPts val="0"/>
              </a:spcAft>
              <a:buClr>
                <a:schemeClr val="lt1"/>
              </a:buClr>
              <a:buSzPts val="1600"/>
              <a:buFont typeface="Arial"/>
              <a:buChar char="•"/>
              <a:defRPr sz="1600" b="0" i="0" u="none" strike="noStrike" cap="none">
                <a:solidFill>
                  <a:schemeClr val="lt1"/>
                </a:solidFill>
                <a:latin typeface="Arial"/>
                <a:ea typeface="Arial"/>
                <a:cs typeface="Arial"/>
                <a:sym typeface="Arial"/>
              </a:defRPr>
            </a:lvl3pPr>
            <a:lvl4pPr marL="1828800" marR="0" lvl="3" indent="-317500" algn="l" rtl="0">
              <a:lnSpc>
                <a:spcPct val="120000"/>
              </a:lnSpc>
              <a:spcBef>
                <a:spcPts val="5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4pPr>
            <a:lvl5pPr marL="2286000" marR="0" lvl="4" indent="-304800" algn="l" rtl="0">
              <a:lnSpc>
                <a:spcPct val="120000"/>
              </a:lnSpc>
              <a:spcBef>
                <a:spcPts val="500"/>
              </a:spcBef>
              <a:spcAft>
                <a:spcPts val="0"/>
              </a:spcAft>
              <a:buClr>
                <a:schemeClr val="lt1"/>
              </a:buClr>
              <a:buSzPts val="1200"/>
              <a:buFont typeface="Arial"/>
              <a:buChar char="•"/>
              <a:defRPr sz="1200" b="0" i="0" u="none" strike="noStrike" cap="none">
                <a:solidFill>
                  <a:schemeClr val="lt1"/>
                </a:solidFill>
                <a:latin typeface="Arial"/>
                <a:ea typeface="Arial"/>
                <a:cs typeface="Arial"/>
                <a:sym typeface="Arial"/>
              </a:defRPr>
            </a:lvl5pPr>
            <a:lvl6pPr marL="2743200" marR="0" lvl="5" indent="-304800" algn="l" rtl="0">
              <a:lnSpc>
                <a:spcPct val="120000"/>
              </a:lnSpc>
              <a:spcBef>
                <a:spcPts val="500"/>
              </a:spcBef>
              <a:spcAft>
                <a:spcPts val="0"/>
              </a:spcAft>
              <a:buClr>
                <a:schemeClr val="lt1"/>
              </a:buClr>
              <a:buSzPts val="1200"/>
              <a:buFont typeface="Arial"/>
              <a:buChar char="•"/>
              <a:defRPr sz="1200" b="0" i="0" u="none" strike="noStrike" cap="none">
                <a:solidFill>
                  <a:schemeClr val="lt1"/>
                </a:solidFill>
                <a:latin typeface="Arial"/>
                <a:ea typeface="Arial"/>
                <a:cs typeface="Arial"/>
                <a:sym typeface="Arial"/>
              </a:defRPr>
            </a:lvl6pPr>
            <a:lvl7pPr marL="3200400" marR="0" lvl="6" indent="-304800" algn="l" rtl="0">
              <a:lnSpc>
                <a:spcPct val="120000"/>
              </a:lnSpc>
              <a:spcBef>
                <a:spcPts val="500"/>
              </a:spcBef>
              <a:spcAft>
                <a:spcPts val="0"/>
              </a:spcAft>
              <a:buClr>
                <a:schemeClr val="lt1"/>
              </a:buClr>
              <a:buSzPts val="1200"/>
              <a:buFont typeface="Arial"/>
              <a:buChar char="•"/>
              <a:defRPr sz="1200" b="0" i="0" u="none" strike="noStrike" cap="none">
                <a:solidFill>
                  <a:schemeClr val="lt1"/>
                </a:solidFill>
                <a:latin typeface="Arial"/>
                <a:ea typeface="Arial"/>
                <a:cs typeface="Arial"/>
                <a:sym typeface="Arial"/>
              </a:defRPr>
            </a:lvl7pPr>
            <a:lvl8pPr marL="3657600" marR="0" lvl="7" indent="-304800" algn="l" rtl="0">
              <a:lnSpc>
                <a:spcPct val="120000"/>
              </a:lnSpc>
              <a:spcBef>
                <a:spcPts val="500"/>
              </a:spcBef>
              <a:spcAft>
                <a:spcPts val="0"/>
              </a:spcAft>
              <a:buClr>
                <a:schemeClr val="lt1"/>
              </a:buClr>
              <a:buSzPts val="1200"/>
              <a:buFont typeface="Arial"/>
              <a:buChar char="•"/>
              <a:defRPr sz="1200" b="0" i="0" u="none" strike="noStrike" cap="none">
                <a:solidFill>
                  <a:schemeClr val="lt1"/>
                </a:solidFill>
                <a:latin typeface="Arial"/>
                <a:ea typeface="Arial"/>
                <a:cs typeface="Arial"/>
                <a:sym typeface="Arial"/>
              </a:defRPr>
            </a:lvl8pPr>
            <a:lvl9pPr marL="4114800" marR="0" lvl="8" indent="-304800" algn="l" rtl="0">
              <a:lnSpc>
                <a:spcPct val="120000"/>
              </a:lnSpc>
              <a:spcBef>
                <a:spcPts val="500"/>
              </a:spcBef>
              <a:spcAft>
                <a:spcPts val="0"/>
              </a:spcAft>
              <a:buClr>
                <a:schemeClr val="lt1"/>
              </a:buClr>
              <a:buSzPts val="1200"/>
              <a:buFont typeface="Arial"/>
              <a:buChar char="•"/>
              <a:defRPr sz="1200" b="0" i="0" u="none" strike="noStrike" cap="none">
                <a:solidFill>
                  <a:schemeClr val="lt1"/>
                </a:solidFill>
                <a:latin typeface="Arial"/>
                <a:ea typeface="Arial"/>
                <a:cs typeface="Arial"/>
                <a:sym typeface="Arial"/>
              </a:defRPr>
            </a:lvl9pPr>
          </a:lstStyle>
          <a:p>
            <a:endParaRPr/>
          </a:p>
        </p:txBody>
      </p:sp>
      <p:sp>
        <p:nvSpPr>
          <p:cNvPr id="89" name="Google Shape;89;p16"/>
          <p:cNvSpPr txBox="1">
            <a:spLocks noGrp="1"/>
          </p:cNvSpPr>
          <p:nvPr>
            <p:ph type="dt" idx="10"/>
          </p:nvPr>
        </p:nvSpPr>
        <p:spPr>
          <a:xfrm>
            <a:off x="7678736" y="5883275"/>
            <a:ext cx="2743200" cy="365125"/>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1000" b="0" i="0" u="none" strike="noStrike" cap="none">
                <a:solidFill>
                  <a:schemeClr val="lt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lt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lt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lt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lt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lt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lt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lt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lt1"/>
                </a:solidFill>
                <a:latin typeface="Arial"/>
                <a:ea typeface="Arial"/>
                <a:cs typeface="Arial"/>
                <a:sym typeface="Arial"/>
              </a:defRPr>
            </a:lvl9pPr>
          </a:lstStyle>
          <a:p>
            <a:endParaRPr/>
          </a:p>
        </p:txBody>
      </p:sp>
      <p:sp>
        <p:nvSpPr>
          <p:cNvPr id="90" name="Google Shape;90;p16"/>
          <p:cNvSpPr txBox="1">
            <a:spLocks noGrp="1"/>
          </p:cNvSpPr>
          <p:nvPr>
            <p:ph type="ftr" idx="11"/>
          </p:nvPr>
        </p:nvSpPr>
        <p:spPr>
          <a:xfrm>
            <a:off x="913794" y="5883275"/>
            <a:ext cx="6672865"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000" b="0" i="0" u="none" strike="noStrike" cap="none">
                <a:solidFill>
                  <a:schemeClr val="lt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lt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lt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lt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lt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lt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lt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lt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lt1"/>
                </a:solidFill>
                <a:latin typeface="Arial"/>
                <a:ea typeface="Arial"/>
                <a:cs typeface="Arial"/>
                <a:sym typeface="Arial"/>
              </a:defRPr>
            </a:lvl9pPr>
          </a:lstStyle>
          <a:p>
            <a:endParaRPr/>
          </a:p>
        </p:txBody>
      </p:sp>
      <p:sp>
        <p:nvSpPr>
          <p:cNvPr id="91" name="Google Shape;91;p16"/>
          <p:cNvSpPr txBox="1">
            <a:spLocks noGrp="1"/>
          </p:cNvSpPr>
          <p:nvPr>
            <p:ph type="sldNum" idx="12"/>
          </p:nvPr>
        </p:nvSpPr>
        <p:spPr>
          <a:xfrm>
            <a:off x="10514011" y="5883275"/>
            <a:ext cx="753545"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000" b="0" i="0" u="none" strike="noStrike" cap="none">
                <a:solidFill>
                  <a:schemeClr val="lt1"/>
                </a:solidFill>
                <a:latin typeface="Arial"/>
                <a:ea typeface="Arial"/>
                <a:cs typeface="Arial"/>
                <a:sym typeface="Arial"/>
              </a:defRPr>
            </a:lvl1pPr>
            <a:lvl2pPr marL="0" marR="0" lvl="1" indent="0" algn="r" rtl="0">
              <a:spcBef>
                <a:spcPts val="0"/>
              </a:spcBef>
              <a:buNone/>
              <a:defRPr sz="1000" b="0" i="0" u="none" strike="noStrike" cap="none">
                <a:solidFill>
                  <a:schemeClr val="lt1"/>
                </a:solidFill>
                <a:latin typeface="Arial"/>
                <a:ea typeface="Arial"/>
                <a:cs typeface="Arial"/>
                <a:sym typeface="Arial"/>
              </a:defRPr>
            </a:lvl2pPr>
            <a:lvl3pPr marL="0" marR="0" lvl="2" indent="0" algn="r" rtl="0">
              <a:spcBef>
                <a:spcPts val="0"/>
              </a:spcBef>
              <a:buNone/>
              <a:defRPr sz="1000" b="0" i="0" u="none" strike="noStrike" cap="none">
                <a:solidFill>
                  <a:schemeClr val="lt1"/>
                </a:solidFill>
                <a:latin typeface="Arial"/>
                <a:ea typeface="Arial"/>
                <a:cs typeface="Arial"/>
                <a:sym typeface="Arial"/>
              </a:defRPr>
            </a:lvl3pPr>
            <a:lvl4pPr marL="0" marR="0" lvl="3" indent="0" algn="r" rtl="0">
              <a:spcBef>
                <a:spcPts val="0"/>
              </a:spcBef>
              <a:buNone/>
              <a:defRPr sz="1000" b="0" i="0" u="none" strike="noStrike" cap="none">
                <a:solidFill>
                  <a:schemeClr val="lt1"/>
                </a:solidFill>
                <a:latin typeface="Arial"/>
                <a:ea typeface="Arial"/>
                <a:cs typeface="Arial"/>
                <a:sym typeface="Arial"/>
              </a:defRPr>
            </a:lvl4pPr>
            <a:lvl5pPr marL="0" marR="0" lvl="4" indent="0" algn="r" rtl="0">
              <a:spcBef>
                <a:spcPts val="0"/>
              </a:spcBef>
              <a:buNone/>
              <a:defRPr sz="1000" b="0" i="0" u="none" strike="noStrike" cap="none">
                <a:solidFill>
                  <a:schemeClr val="lt1"/>
                </a:solidFill>
                <a:latin typeface="Arial"/>
                <a:ea typeface="Arial"/>
                <a:cs typeface="Arial"/>
                <a:sym typeface="Arial"/>
              </a:defRPr>
            </a:lvl5pPr>
            <a:lvl6pPr marL="0" marR="0" lvl="5" indent="0" algn="r" rtl="0">
              <a:spcBef>
                <a:spcPts val="0"/>
              </a:spcBef>
              <a:buNone/>
              <a:defRPr sz="1000" b="0" i="0" u="none" strike="noStrike" cap="none">
                <a:solidFill>
                  <a:schemeClr val="lt1"/>
                </a:solidFill>
                <a:latin typeface="Arial"/>
                <a:ea typeface="Arial"/>
                <a:cs typeface="Arial"/>
                <a:sym typeface="Arial"/>
              </a:defRPr>
            </a:lvl6pPr>
            <a:lvl7pPr marL="0" marR="0" lvl="6" indent="0" algn="r" rtl="0">
              <a:spcBef>
                <a:spcPts val="0"/>
              </a:spcBef>
              <a:buNone/>
              <a:defRPr sz="1000" b="0" i="0" u="none" strike="noStrike" cap="none">
                <a:solidFill>
                  <a:schemeClr val="lt1"/>
                </a:solidFill>
                <a:latin typeface="Arial"/>
                <a:ea typeface="Arial"/>
                <a:cs typeface="Arial"/>
                <a:sym typeface="Arial"/>
              </a:defRPr>
            </a:lvl7pPr>
            <a:lvl8pPr marL="0" marR="0" lvl="7" indent="0" algn="r" rtl="0">
              <a:spcBef>
                <a:spcPts val="0"/>
              </a:spcBef>
              <a:buNone/>
              <a:defRPr sz="1000" b="0" i="0" u="none" strike="noStrike" cap="none">
                <a:solidFill>
                  <a:schemeClr val="lt1"/>
                </a:solidFill>
                <a:latin typeface="Arial"/>
                <a:ea typeface="Arial"/>
                <a:cs typeface="Arial"/>
                <a:sym typeface="Arial"/>
              </a:defRPr>
            </a:lvl8pPr>
            <a:lvl9pPr marL="0" marR="0" lvl="8" indent="0" algn="r" rtl="0">
              <a:spcBef>
                <a:spcPts val="0"/>
              </a:spcBef>
              <a:buNone/>
              <a:defRPr sz="10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92" name="Google Shape;92;p16"/>
          <p:cNvPicPr preferRelativeResize="0"/>
          <p:nvPr/>
        </p:nvPicPr>
        <p:blipFill rotWithShape="1">
          <a:blip r:embed="rId6">
            <a:alphaModFix/>
          </a:blip>
          <a:srcRect/>
          <a:stretch/>
        </p:blipFill>
        <p:spPr>
          <a:xfrm>
            <a:off x="154055" y="149344"/>
            <a:ext cx="588268" cy="588268"/>
          </a:xfrm>
          <a:prstGeom prst="rect">
            <a:avLst/>
          </a:prstGeom>
          <a:noFill/>
          <a:ln>
            <a:noFill/>
          </a:ln>
        </p:spPr>
      </p:pic>
      <p:sp>
        <p:nvSpPr>
          <p:cNvPr id="93" name="Google Shape;93;p16"/>
          <p:cNvSpPr txBox="1"/>
          <p:nvPr/>
        </p:nvSpPr>
        <p:spPr>
          <a:xfrm>
            <a:off x="-45577" y="6636210"/>
            <a:ext cx="6400800" cy="3651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000" b="0" i="0" u="none" strike="noStrike" cap="none">
                <a:solidFill>
                  <a:schemeClr val="lt1"/>
                </a:solidFill>
                <a:latin typeface="Arial"/>
                <a:ea typeface="Arial"/>
                <a:cs typeface="Arial"/>
                <a:sym typeface="Arial"/>
              </a:rPr>
              <a:t>Webiste: https://haui.edu.vn</a:t>
            </a:r>
            <a:endParaRPr/>
          </a:p>
        </p:txBody>
      </p:sp>
      <p:sp>
        <p:nvSpPr>
          <p:cNvPr id="94" name="Google Shape;94;p16"/>
          <p:cNvSpPr txBox="1"/>
          <p:nvPr/>
        </p:nvSpPr>
        <p:spPr>
          <a:xfrm>
            <a:off x="7432898" y="6622998"/>
            <a:ext cx="3395481" cy="24622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000"/>
              <a:buFont typeface="Arial"/>
              <a:buNone/>
            </a:pPr>
            <a:r>
              <a:rPr lang="en-US" sz="1000" b="0" i="0" u="none" strike="noStrike" cap="none">
                <a:solidFill>
                  <a:schemeClr val="lt1"/>
                </a:solidFill>
                <a:latin typeface="Arial"/>
                <a:ea typeface="Arial"/>
                <a:cs typeface="Arial"/>
                <a:sym typeface="Arial"/>
              </a:rPr>
              <a:t>© 2021</a:t>
            </a:r>
            <a:r>
              <a:rPr lang="en-US" sz="1000" b="1" i="0" u="none" strike="noStrike" cap="none">
                <a:solidFill>
                  <a:schemeClr val="lt1"/>
                </a:solidFill>
                <a:latin typeface="Arial"/>
                <a:ea typeface="Arial"/>
                <a:cs typeface="Arial"/>
                <a:sym typeface="Arial"/>
              </a:rPr>
              <a:t> Hanoi University of Industry </a:t>
            </a:r>
            <a:r>
              <a:rPr lang="en-US" sz="1000" b="0" i="0" u="none" strike="noStrike" cap="none">
                <a:solidFill>
                  <a:schemeClr val="lt1"/>
                </a:solidFill>
                <a:latin typeface="Arial"/>
                <a:ea typeface="Arial"/>
                <a:cs typeface="Arial"/>
                <a:sym typeface="Arial"/>
              </a:rPr>
              <a:t>All rights reserved</a:t>
            </a:r>
            <a:endParaRPr sz="1000" b="0" i="0" u="none" strike="noStrike" cap="none">
              <a:solidFill>
                <a:schemeClr val="lt1"/>
              </a:solidFill>
              <a:latin typeface="Arial"/>
              <a:ea typeface="Arial"/>
              <a:cs typeface="Arial"/>
              <a:sym typeface="Arial"/>
            </a:endParaRPr>
          </a:p>
        </p:txBody>
      </p:sp>
      <p:grpSp>
        <p:nvGrpSpPr>
          <p:cNvPr id="95" name="Google Shape;95;p16"/>
          <p:cNvGrpSpPr/>
          <p:nvPr/>
        </p:nvGrpSpPr>
        <p:grpSpPr>
          <a:xfrm>
            <a:off x="10695894" y="6596658"/>
            <a:ext cx="357425" cy="184511"/>
            <a:chOff x="4858544" y="3598069"/>
            <a:chExt cx="1614487" cy="833438"/>
          </a:xfrm>
        </p:grpSpPr>
        <p:sp>
          <p:nvSpPr>
            <p:cNvPr id="96" name="Google Shape;96;p16"/>
            <p:cNvSpPr/>
            <p:nvPr/>
          </p:nvSpPr>
          <p:spPr>
            <a:xfrm>
              <a:off x="4858544" y="3777457"/>
              <a:ext cx="1355725" cy="654050"/>
            </a:xfrm>
            <a:custGeom>
              <a:avLst/>
              <a:gdLst/>
              <a:ahLst/>
              <a:cxnLst/>
              <a:rect l="l" t="t" r="r" b="b"/>
              <a:pathLst>
                <a:path w="257" h="124" extrusionOk="0">
                  <a:moveTo>
                    <a:pt x="89" y="59"/>
                  </a:moveTo>
                  <a:cubicBezTo>
                    <a:pt x="98" y="44"/>
                    <a:pt x="101" y="45"/>
                    <a:pt x="101" y="45"/>
                  </a:cubicBezTo>
                  <a:cubicBezTo>
                    <a:pt x="145" y="34"/>
                    <a:pt x="214" y="2"/>
                    <a:pt x="214" y="2"/>
                  </a:cubicBezTo>
                  <a:cubicBezTo>
                    <a:pt x="221" y="0"/>
                    <a:pt x="236" y="8"/>
                    <a:pt x="247" y="29"/>
                  </a:cubicBezTo>
                  <a:cubicBezTo>
                    <a:pt x="257" y="50"/>
                    <a:pt x="247" y="60"/>
                    <a:pt x="247" y="60"/>
                  </a:cubicBezTo>
                  <a:cubicBezTo>
                    <a:pt x="148" y="119"/>
                    <a:pt x="148" y="119"/>
                    <a:pt x="148" y="119"/>
                  </a:cubicBezTo>
                  <a:cubicBezTo>
                    <a:pt x="145" y="121"/>
                    <a:pt x="139" y="119"/>
                    <a:pt x="139" y="119"/>
                  </a:cubicBezTo>
                  <a:cubicBezTo>
                    <a:pt x="108" y="105"/>
                    <a:pt x="49" y="118"/>
                    <a:pt x="45" y="110"/>
                  </a:cubicBezTo>
                  <a:cubicBezTo>
                    <a:pt x="138" y="69"/>
                    <a:pt x="138" y="69"/>
                    <a:pt x="138" y="69"/>
                  </a:cubicBezTo>
                  <a:cubicBezTo>
                    <a:pt x="141" y="71"/>
                    <a:pt x="145" y="71"/>
                    <a:pt x="149" y="69"/>
                  </a:cubicBezTo>
                  <a:cubicBezTo>
                    <a:pt x="155" y="67"/>
                    <a:pt x="158" y="61"/>
                    <a:pt x="156" y="57"/>
                  </a:cubicBezTo>
                  <a:cubicBezTo>
                    <a:pt x="154" y="53"/>
                    <a:pt x="148" y="52"/>
                    <a:pt x="142" y="55"/>
                  </a:cubicBezTo>
                  <a:cubicBezTo>
                    <a:pt x="138" y="56"/>
                    <a:pt x="135" y="60"/>
                    <a:pt x="135" y="64"/>
                  </a:cubicBezTo>
                  <a:cubicBezTo>
                    <a:pt x="0" y="124"/>
                    <a:pt x="41" y="122"/>
                    <a:pt x="89" y="59"/>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1"/>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7" name="Google Shape;97;p16"/>
            <p:cNvSpPr/>
            <p:nvPr/>
          </p:nvSpPr>
          <p:spPr>
            <a:xfrm>
              <a:off x="5977731" y="3598069"/>
              <a:ext cx="495300" cy="558800"/>
            </a:xfrm>
            <a:custGeom>
              <a:avLst/>
              <a:gdLst/>
              <a:ahLst/>
              <a:cxnLst/>
              <a:rect l="l" t="t" r="r" b="b"/>
              <a:pathLst>
                <a:path w="94" h="106" extrusionOk="0">
                  <a:moveTo>
                    <a:pt x="36" y="58"/>
                  </a:moveTo>
                  <a:cubicBezTo>
                    <a:pt x="19" y="26"/>
                    <a:pt x="2" y="34"/>
                    <a:pt x="2" y="34"/>
                  </a:cubicBezTo>
                  <a:cubicBezTo>
                    <a:pt x="0" y="19"/>
                    <a:pt x="14" y="15"/>
                    <a:pt x="14" y="15"/>
                  </a:cubicBezTo>
                  <a:cubicBezTo>
                    <a:pt x="14" y="15"/>
                    <a:pt x="15" y="9"/>
                    <a:pt x="21" y="8"/>
                  </a:cubicBezTo>
                  <a:cubicBezTo>
                    <a:pt x="26" y="8"/>
                    <a:pt x="40" y="4"/>
                    <a:pt x="54" y="0"/>
                  </a:cubicBezTo>
                  <a:cubicBezTo>
                    <a:pt x="70" y="12"/>
                    <a:pt x="81" y="27"/>
                    <a:pt x="88" y="45"/>
                  </a:cubicBezTo>
                  <a:cubicBezTo>
                    <a:pt x="92" y="57"/>
                    <a:pt x="94" y="71"/>
                    <a:pt x="92" y="84"/>
                  </a:cubicBezTo>
                  <a:cubicBezTo>
                    <a:pt x="84" y="90"/>
                    <a:pt x="71" y="99"/>
                    <a:pt x="69" y="101"/>
                  </a:cubicBezTo>
                  <a:cubicBezTo>
                    <a:pt x="66" y="103"/>
                    <a:pt x="60" y="104"/>
                    <a:pt x="57" y="103"/>
                  </a:cubicBezTo>
                  <a:cubicBezTo>
                    <a:pt x="54" y="101"/>
                    <a:pt x="51" y="102"/>
                    <a:pt x="51" y="102"/>
                  </a:cubicBezTo>
                  <a:cubicBezTo>
                    <a:pt x="42" y="106"/>
                    <a:pt x="32" y="98"/>
                    <a:pt x="32" y="98"/>
                  </a:cubicBezTo>
                  <a:cubicBezTo>
                    <a:pt x="32" y="98"/>
                    <a:pt x="53" y="91"/>
                    <a:pt x="36" y="58"/>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1"/>
                </a:buClr>
                <a:buSzPts val="1800"/>
                <a:buFont typeface="Arial"/>
                <a:buNone/>
              </a:pPr>
              <a:endParaRPr sz="1800" b="0" i="0" u="none" strike="noStrike" cap="none">
                <a:solidFill>
                  <a:srgbClr val="000000"/>
                </a:solidFill>
                <a:latin typeface="Arial"/>
                <a:ea typeface="Arial"/>
                <a:cs typeface="Arial"/>
                <a:sym typeface="Arial"/>
              </a:endParaRPr>
            </a:p>
          </p:txBody>
        </p:sp>
      </p:grpSp>
      <p:pic>
        <p:nvPicPr>
          <p:cNvPr id="98" name="Google Shape;98;p16"/>
          <p:cNvPicPr preferRelativeResize="0"/>
          <p:nvPr/>
        </p:nvPicPr>
        <p:blipFill rotWithShape="1">
          <a:blip r:embed="rId7">
            <a:alphaModFix/>
          </a:blip>
          <a:srcRect/>
          <a:stretch/>
        </p:blipFill>
        <p:spPr>
          <a:xfrm>
            <a:off x="10388256" y="-164569"/>
            <a:ext cx="1876166" cy="131363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slide" Target="slide13.xml"/><Relationship Id="rId5" Type="http://schemas.openxmlformats.org/officeDocument/2006/relationships/slide" Target="slide5.xml"/><Relationship Id="rId4" Type="http://schemas.openxmlformats.org/officeDocument/2006/relationships/slide" Target="slide4.xml"/></Relationships>
</file>

<file path=ppt/slides/_rels/slide3.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25.sv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1"/>
          <p:cNvSpPr txBox="1"/>
          <p:nvPr/>
        </p:nvSpPr>
        <p:spPr>
          <a:xfrm>
            <a:off x="1401884" y="1404088"/>
            <a:ext cx="9225196" cy="954067"/>
          </a:xfrm>
          <a:prstGeom prst="rect">
            <a:avLst/>
          </a:prstGeom>
          <a:noFill/>
          <a:ln>
            <a:noFill/>
          </a:ln>
        </p:spPr>
        <p:txBody>
          <a:bodyPr spcFirstLastPara="1" wrap="square" lIns="91425" tIns="45700" rIns="91425" bIns="45700" anchor="t" anchorCtr="0">
            <a:spAutoFit/>
          </a:bodyPr>
          <a:lstStyle/>
          <a:p>
            <a:r>
              <a:rPr lang="en-US" sz="2800" b="1" dirty="0">
                <a:solidFill>
                  <a:schemeClr val="bg1"/>
                </a:solidFill>
                <a:latin typeface="Times New Roman" panose="02020603050405020304" pitchFamily="18" charset="0"/>
                <a:cs typeface="Times New Roman" panose="02020603050405020304" pitchFamily="18" charset="0"/>
              </a:rPr>
              <a:t>XÂY DỰNG WEBSITE BÁN NỘI THẤT CHO CÔNG TY</a:t>
            </a:r>
            <a:endParaRPr lang="en-US" sz="2800" dirty="0">
              <a:solidFill>
                <a:schemeClr val="bg1"/>
              </a:solidFill>
              <a:latin typeface="Times New Roman" panose="02020603050405020304" pitchFamily="18" charset="0"/>
              <a:cs typeface="Times New Roman" panose="02020603050405020304" pitchFamily="18" charset="0"/>
            </a:endParaRPr>
          </a:p>
          <a:p>
            <a:pPr algn="ctr"/>
            <a:r>
              <a:rPr lang="en-US" sz="2800" b="1" dirty="0">
                <a:solidFill>
                  <a:schemeClr val="bg1"/>
                </a:solidFill>
                <a:latin typeface="Times New Roman" panose="02020603050405020304" pitchFamily="18" charset="0"/>
                <a:cs typeface="Times New Roman" panose="02020603050405020304" pitchFamily="18" charset="0"/>
              </a:rPr>
              <a:t> HOMAROOM BẰNG MVC C#</a:t>
            </a:r>
            <a:endParaRPr lang="en-US" sz="2800" dirty="0">
              <a:solidFill>
                <a:schemeClr val="bg1"/>
              </a:solidFill>
              <a:latin typeface="Times New Roman" panose="02020603050405020304" pitchFamily="18" charset="0"/>
              <a:cs typeface="Times New Roman" panose="02020603050405020304" pitchFamily="18" charset="0"/>
            </a:endParaRPr>
          </a:p>
        </p:txBody>
      </p:sp>
      <p:sp>
        <p:nvSpPr>
          <p:cNvPr id="112" name="Google Shape;112;p1"/>
          <p:cNvSpPr txBox="1"/>
          <p:nvPr/>
        </p:nvSpPr>
        <p:spPr>
          <a:xfrm>
            <a:off x="2514262" y="3585827"/>
            <a:ext cx="7000441" cy="1514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C000"/>
              </a:buClr>
              <a:buSzPts val="2400"/>
              <a:buFont typeface="Times New Roman"/>
              <a:buNone/>
            </a:pPr>
            <a:r>
              <a:rPr lang="en-US" sz="2800" b="1" i="0" u="none" strike="noStrike" cap="none" dirty="0">
                <a:solidFill>
                  <a:srgbClr val="FFC000"/>
                </a:solidFill>
                <a:latin typeface="Times New Roman"/>
                <a:ea typeface="Times New Roman"/>
                <a:cs typeface="Times New Roman"/>
                <a:sym typeface="Times New Roman"/>
              </a:rPr>
              <a:t>CBHD		: </a:t>
            </a:r>
            <a:r>
              <a:rPr lang="en-US" sz="2800" b="1" i="0" u="none" strike="noStrike" cap="none" dirty="0" err="1" smtClean="0">
                <a:solidFill>
                  <a:srgbClr val="FFC000"/>
                </a:solidFill>
                <a:latin typeface="Times New Roman"/>
                <a:ea typeface="Times New Roman"/>
                <a:cs typeface="Times New Roman"/>
                <a:sym typeface="Times New Roman"/>
              </a:rPr>
              <a:t>ThS</a:t>
            </a:r>
            <a:r>
              <a:rPr lang="en-US" sz="2800" b="1" i="0" u="none" strike="noStrike" cap="none" dirty="0">
                <a:solidFill>
                  <a:srgbClr val="FFC000"/>
                </a:solidFill>
                <a:latin typeface="Times New Roman"/>
                <a:ea typeface="Times New Roman"/>
                <a:cs typeface="Times New Roman"/>
                <a:sym typeface="Times New Roman"/>
              </a:rPr>
              <a:t>. </a:t>
            </a:r>
            <a:r>
              <a:rPr lang="en-US" sz="2800" b="1" i="0" u="none" strike="noStrike" cap="none" dirty="0" err="1" smtClean="0">
                <a:solidFill>
                  <a:srgbClr val="FFC000"/>
                </a:solidFill>
                <a:latin typeface="Times New Roman"/>
                <a:ea typeface="Times New Roman"/>
                <a:cs typeface="Times New Roman"/>
                <a:sym typeface="Times New Roman"/>
              </a:rPr>
              <a:t>Nguyễn</a:t>
            </a:r>
            <a:r>
              <a:rPr lang="en-US" sz="2800" b="1" i="0" u="none" strike="noStrike" cap="none" dirty="0" smtClean="0">
                <a:solidFill>
                  <a:srgbClr val="FFC000"/>
                </a:solidFill>
                <a:latin typeface="Times New Roman"/>
                <a:ea typeface="Times New Roman"/>
                <a:cs typeface="Times New Roman"/>
                <a:sym typeface="Times New Roman"/>
              </a:rPr>
              <a:t> </a:t>
            </a:r>
            <a:r>
              <a:rPr lang="en-US" sz="2800" b="1" i="0" u="none" strike="noStrike" cap="none" dirty="0" err="1" smtClean="0">
                <a:solidFill>
                  <a:srgbClr val="FFC000"/>
                </a:solidFill>
                <a:latin typeface="Times New Roman"/>
                <a:ea typeface="Times New Roman"/>
                <a:cs typeface="Times New Roman"/>
                <a:sym typeface="Times New Roman"/>
              </a:rPr>
              <a:t>Quang</a:t>
            </a:r>
            <a:r>
              <a:rPr lang="en-US" sz="2800" b="1" i="0" u="none" strike="noStrike" cap="none" dirty="0" smtClean="0">
                <a:solidFill>
                  <a:srgbClr val="FFC000"/>
                </a:solidFill>
                <a:latin typeface="Times New Roman"/>
                <a:ea typeface="Times New Roman"/>
                <a:cs typeface="Times New Roman"/>
                <a:sym typeface="Times New Roman"/>
              </a:rPr>
              <a:t> </a:t>
            </a:r>
            <a:r>
              <a:rPr lang="en-US" sz="2800" b="1" i="0" u="none" strike="noStrike" cap="none" dirty="0" err="1" smtClean="0">
                <a:solidFill>
                  <a:srgbClr val="FFC000"/>
                </a:solidFill>
                <a:latin typeface="Times New Roman"/>
                <a:ea typeface="Times New Roman"/>
                <a:cs typeface="Times New Roman"/>
                <a:sym typeface="Times New Roman"/>
              </a:rPr>
              <a:t>Đại</a:t>
            </a:r>
            <a:endParaRPr sz="2800" b="1" i="0" u="none" strike="noStrike" cap="none" dirty="0">
              <a:solidFill>
                <a:srgbClr val="FFC000"/>
              </a:solidFill>
              <a:latin typeface="Times New Roman"/>
              <a:ea typeface="Times New Roman"/>
              <a:cs typeface="Times New Roman"/>
              <a:sym typeface="Times New Roman"/>
            </a:endParaRPr>
          </a:p>
          <a:p>
            <a:pPr marL="0" marR="0" lvl="0" indent="0" algn="l" rtl="0">
              <a:lnSpc>
                <a:spcPct val="130000"/>
              </a:lnSpc>
              <a:spcBef>
                <a:spcPts val="0"/>
              </a:spcBef>
              <a:spcAft>
                <a:spcPts val="0"/>
              </a:spcAft>
              <a:buClr>
                <a:srgbClr val="FFC000"/>
              </a:buClr>
              <a:buSzPts val="2400"/>
              <a:buFont typeface="Times New Roman"/>
              <a:buNone/>
            </a:pPr>
            <a:r>
              <a:rPr lang="en-US" sz="2800" b="1" i="0" u="none" strike="noStrike" cap="none" dirty="0" err="1">
                <a:solidFill>
                  <a:srgbClr val="FFC000"/>
                </a:solidFill>
                <a:latin typeface="Times New Roman"/>
                <a:ea typeface="Times New Roman"/>
                <a:cs typeface="Times New Roman"/>
                <a:sym typeface="Times New Roman"/>
              </a:rPr>
              <a:t>Sinh</a:t>
            </a:r>
            <a:r>
              <a:rPr lang="en-US" sz="2800" b="1" i="0" u="none" strike="noStrike" cap="none" dirty="0">
                <a:solidFill>
                  <a:srgbClr val="FFC000"/>
                </a:solidFill>
                <a:latin typeface="Times New Roman"/>
                <a:ea typeface="Times New Roman"/>
                <a:cs typeface="Times New Roman"/>
                <a:sym typeface="Times New Roman"/>
              </a:rPr>
              <a:t> </a:t>
            </a:r>
            <a:r>
              <a:rPr lang="en-US" sz="2800" b="1" i="0" u="none" strike="noStrike" cap="none" dirty="0" err="1">
                <a:solidFill>
                  <a:srgbClr val="FFC000"/>
                </a:solidFill>
                <a:latin typeface="Times New Roman"/>
                <a:ea typeface="Times New Roman"/>
                <a:cs typeface="Times New Roman"/>
                <a:sym typeface="Times New Roman"/>
              </a:rPr>
              <a:t>viên</a:t>
            </a:r>
            <a:r>
              <a:rPr lang="en-US" sz="2800" b="1" i="0" u="none" strike="noStrike" cap="none" dirty="0">
                <a:solidFill>
                  <a:srgbClr val="FFC000"/>
                </a:solidFill>
                <a:latin typeface="Times New Roman"/>
                <a:ea typeface="Times New Roman"/>
                <a:cs typeface="Times New Roman"/>
                <a:sym typeface="Times New Roman"/>
              </a:rPr>
              <a:t>		: </a:t>
            </a:r>
            <a:r>
              <a:rPr lang="en-US" sz="2800" b="1" i="0" u="none" strike="noStrike" cap="none" dirty="0" err="1" smtClean="0">
                <a:solidFill>
                  <a:srgbClr val="FFC000"/>
                </a:solidFill>
                <a:latin typeface="Times New Roman"/>
                <a:ea typeface="Times New Roman"/>
                <a:cs typeface="Times New Roman"/>
                <a:sym typeface="Times New Roman"/>
              </a:rPr>
              <a:t>Phùng</a:t>
            </a:r>
            <a:r>
              <a:rPr lang="en-US" sz="2800" b="1" i="0" u="none" strike="noStrike" cap="none" dirty="0" smtClean="0">
                <a:solidFill>
                  <a:srgbClr val="FFC000"/>
                </a:solidFill>
                <a:latin typeface="Times New Roman"/>
                <a:ea typeface="Times New Roman"/>
                <a:cs typeface="Times New Roman"/>
                <a:sym typeface="Times New Roman"/>
              </a:rPr>
              <a:t> </a:t>
            </a:r>
            <a:r>
              <a:rPr lang="en-US" sz="2800" b="1" i="0" u="none" strike="noStrike" cap="none" dirty="0" err="1" smtClean="0">
                <a:solidFill>
                  <a:srgbClr val="FFC000"/>
                </a:solidFill>
                <a:latin typeface="Times New Roman"/>
                <a:ea typeface="Times New Roman"/>
                <a:cs typeface="Times New Roman"/>
                <a:sym typeface="Times New Roman"/>
              </a:rPr>
              <a:t>Nguyễn</a:t>
            </a:r>
            <a:r>
              <a:rPr lang="en-US" sz="2800" b="1" i="0" u="none" strike="noStrike" cap="none" dirty="0" smtClean="0">
                <a:solidFill>
                  <a:srgbClr val="FFC000"/>
                </a:solidFill>
                <a:latin typeface="Times New Roman"/>
                <a:ea typeface="Times New Roman"/>
                <a:cs typeface="Times New Roman"/>
                <a:sym typeface="Times New Roman"/>
              </a:rPr>
              <a:t> Huy	</a:t>
            </a:r>
            <a:endParaRPr sz="2800" b="1" i="0" u="none" strike="noStrike" cap="none" dirty="0">
              <a:solidFill>
                <a:srgbClr val="FFC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FFC000"/>
              </a:buClr>
              <a:buSzPts val="2400"/>
              <a:buFont typeface="Times New Roman"/>
              <a:buNone/>
            </a:pPr>
            <a:r>
              <a:rPr lang="en-US" sz="2800" b="1" i="0" u="none" strike="noStrike" cap="none" dirty="0" err="1">
                <a:solidFill>
                  <a:srgbClr val="FFC000"/>
                </a:solidFill>
                <a:latin typeface="Times New Roman"/>
                <a:ea typeface="Times New Roman"/>
                <a:cs typeface="Times New Roman"/>
                <a:sym typeface="Times New Roman"/>
              </a:rPr>
              <a:t>Mã</a:t>
            </a:r>
            <a:r>
              <a:rPr lang="en-US" sz="2800" b="1" i="0" u="none" strike="noStrike" cap="none" dirty="0">
                <a:solidFill>
                  <a:srgbClr val="FFC000"/>
                </a:solidFill>
                <a:latin typeface="Times New Roman"/>
                <a:ea typeface="Times New Roman"/>
                <a:cs typeface="Times New Roman"/>
                <a:sym typeface="Times New Roman"/>
              </a:rPr>
              <a:t> </a:t>
            </a:r>
            <a:r>
              <a:rPr lang="en-US" sz="2800" b="1" i="0" u="none" strike="noStrike" cap="none" dirty="0" err="1">
                <a:solidFill>
                  <a:srgbClr val="FFC000"/>
                </a:solidFill>
                <a:latin typeface="Times New Roman"/>
                <a:ea typeface="Times New Roman"/>
                <a:cs typeface="Times New Roman"/>
                <a:sym typeface="Times New Roman"/>
              </a:rPr>
              <a:t>số</a:t>
            </a:r>
            <a:r>
              <a:rPr lang="en-US" sz="2800" b="1" i="0" u="none" strike="noStrike" cap="none" dirty="0">
                <a:solidFill>
                  <a:srgbClr val="FFC000"/>
                </a:solidFill>
                <a:latin typeface="Times New Roman"/>
                <a:ea typeface="Times New Roman"/>
                <a:cs typeface="Times New Roman"/>
                <a:sym typeface="Times New Roman"/>
              </a:rPr>
              <a:t> </a:t>
            </a:r>
            <a:r>
              <a:rPr lang="en-US" sz="2800" b="1" i="0" u="none" strike="noStrike" cap="none" dirty="0" err="1">
                <a:solidFill>
                  <a:srgbClr val="FFC000"/>
                </a:solidFill>
                <a:latin typeface="Times New Roman"/>
                <a:ea typeface="Times New Roman"/>
                <a:cs typeface="Times New Roman"/>
                <a:sym typeface="Times New Roman"/>
              </a:rPr>
              <a:t>sinh</a:t>
            </a:r>
            <a:r>
              <a:rPr lang="en-US" sz="2800" b="1" i="0" u="none" strike="noStrike" cap="none" dirty="0">
                <a:solidFill>
                  <a:srgbClr val="FFC000"/>
                </a:solidFill>
                <a:latin typeface="Times New Roman"/>
                <a:ea typeface="Times New Roman"/>
                <a:cs typeface="Times New Roman"/>
                <a:sym typeface="Times New Roman"/>
              </a:rPr>
              <a:t> </a:t>
            </a:r>
            <a:r>
              <a:rPr lang="en-US" sz="2800" b="1" i="0" u="none" strike="noStrike" cap="none" dirty="0" err="1">
                <a:solidFill>
                  <a:srgbClr val="FFC000"/>
                </a:solidFill>
                <a:latin typeface="Times New Roman"/>
                <a:ea typeface="Times New Roman"/>
                <a:cs typeface="Times New Roman"/>
                <a:sym typeface="Times New Roman"/>
              </a:rPr>
              <a:t>viên</a:t>
            </a:r>
            <a:r>
              <a:rPr lang="en-US" sz="2800" b="1" i="0" u="none" strike="noStrike" cap="none" dirty="0">
                <a:solidFill>
                  <a:srgbClr val="FFC000"/>
                </a:solidFill>
                <a:latin typeface="Times New Roman"/>
                <a:ea typeface="Times New Roman"/>
                <a:cs typeface="Times New Roman"/>
                <a:sym typeface="Times New Roman"/>
              </a:rPr>
              <a:t>	: </a:t>
            </a:r>
            <a:r>
              <a:rPr lang="en-US" sz="2800" b="1" i="0" u="none" strike="noStrike" cap="none" dirty="0" smtClean="0">
                <a:solidFill>
                  <a:srgbClr val="FFC000"/>
                </a:solidFill>
                <a:latin typeface="Times New Roman"/>
                <a:ea typeface="Times New Roman"/>
                <a:cs typeface="Times New Roman"/>
                <a:sym typeface="Times New Roman"/>
              </a:rPr>
              <a:t>2021604071</a:t>
            </a:r>
            <a:endParaRPr sz="2800" b="0" i="0" u="none" strike="noStrike" cap="none" dirty="0">
              <a:solidFill>
                <a:srgbClr val="FFC000"/>
              </a:solidFill>
              <a:latin typeface="Times New Roman"/>
              <a:ea typeface="Times New Roman"/>
              <a:cs typeface="Times New Roman"/>
              <a:sym typeface="Times New Roman"/>
            </a:endParaRPr>
          </a:p>
        </p:txBody>
      </p:sp>
      <p:sp>
        <p:nvSpPr>
          <p:cNvPr id="113" name="Google Shape;113;p1"/>
          <p:cNvSpPr txBox="1"/>
          <p:nvPr/>
        </p:nvSpPr>
        <p:spPr>
          <a:xfrm>
            <a:off x="955495" y="103698"/>
            <a:ext cx="9472773" cy="60016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C000"/>
              </a:buClr>
              <a:buSzPts val="3300"/>
              <a:buFont typeface="Times New Roman"/>
              <a:buNone/>
            </a:pPr>
            <a:r>
              <a:rPr lang="en-US" sz="3300" b="1" i="0" u="none" strike="noStrike" cap="none">
                <a:solidFill>
                  <a:srgbClr val="FFC000"/>
                </a:solidFill>
                <a:latin typeface="Times New Roman"/>
                <a:ea typeface="Times New Roman"/>
                <a:cs typeface="Times New Roman"/>
                <a:sym typeface="Times New Roman"/>
              </a:rPr>
              <a:t>ĐỒ ÁN TỐT NGHIỆP ĐẠI HỌC</a:t>
            </a:r>
            <a:endParaRPr/>
          </a:p>
        </p:txBody>
      </p:sp>
      <p:sp>
        <p:nvSpPr>
          <p:cNvPr id="114" name="Google Shape;114;p1"/>
          <p:cNvSpPr txBox="1">
            <a:spLocks noGrp="1"/>
          </p:cNvSpPr>
          <p:nvPr>
            <p:ph type="ftr" idx="11"/>
          </p:nvPr>
        </p:nvSpPr>
        <p:spPr>
          <a:xfrm>
            <a:off x="10820400" y="6227135"/>
            <a:ext cx="13716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600"/>
              <a:buFont typeface="Times New Roman"/>
              <a:buNone/>
            </a:pPr>
            <a:r>
              <a:rPr lang="en-US" sz="1600" b="1" i="0" u="none" strike="noStrike" cap="none">
                <a:solidFill>
                  <a:srgbClr val="FFFFFF"/>
                </a:solidFill>
                <a:latin typeface="Times New Roman"/>
                <a:ea typeface="Times New Roman"/>
                <a:cs typeface="Times New Roman"/>
                <a:sym typeface="Times New Roman"/>
              </a:rPr>
              <a:t>1/23</a:t>
            </a:r>
            <a:endParaRPr/>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1"/>
                                        </p:tgtEl>
                                        <p:attrNameLst>
                                          <p:attrName>style.visibility</p:attrName>
                                        </p:attrNameLst>
                                      </p:cBhvr>
                                      <p:to>
                                        <p:strVal val="visible"/>
                                      </p:to>
                                    </p:set>
                                    <p:animEffect transition="in" filter="fade">
                                      <p:cBhvr>
                                        <p:cTn id="7" dur="1000"/>
                                        <p:tgtEl>
                                          <p:spTgt spid="111"/>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12"/>
                                        </p:tgtEl>
                                        <p:attrNameLst>
                                          <p:attrName>style.visibility</p:attrName>
                                        </p:attrNameLst>
                                      </p:cBhvr>
                                      <p:to>
                                        <p:strVal val="visible"/>
                                      </p:to>
                                    </p:set>
                                    <p:animEffect transition="in" filter="barn(inVertical)">
                                      <p:cBhvr>
                                        <p:cTn id="12" dur="500"/>
                                        <p:tgtEl>
                                          <p:spTgt spid="1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2"/>
          <p:cNvSpPr txBox="1"/>
          <p:nvPr/>
        </p:nvSpPr>
        <p:spPr>
          <a:xfrm>
            <a:off x="3297448" y="136525"/>
            <a:ext cx="6934200" cy="60595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300" b="1" i="0" u="none" strike="noStrike" cap="none">
                <a:solidFill>
                  <a:srgbClr val="FFC000"/>
                </a:solidFill>
                <a:latin typeface="Times New Roman"/>
                <a:ea typeface="Times New Roman"/>
                <a:cs typeface="Times New Roman"/>
                <a:sym typeface="Times New Roman"/>
              </a:rPr>
              <a:t>NỘI DUNG TRÌNH BÀY</a:t>
            </a:r>
            <a:endParaRPr/>
          </a:p>
        </p:txBody>
      </p:sp>
      <p:sp>
        <p:nvSpPr>
          <p:cNvPr id="120" name="Google Shape;120;p2"/>
          <p:cNvSpPr txBox="1">
            <a:spLocks noGrp="1"/>
          </p:cNvSpPr>
          <p:nvPr>
            <p:ph type="ctrTitle"/>
          </p:nvPr>
        </p:nvSpPr>
        <p:spPr>
          <a:xfrm>
            <a:off x="2849526" y="4391246"/>
            <a:ext cx="5816010" cy="2466753"/>
          </a:xfrm>
          <a:prstGeom prst="rect">
            <a:avLst/>
          </a:prstGeom>
          <a:noFill/>
          <a:ln>
            <a:noFill/>
          </a:ln>
        </p:spPr>
        <p:txBody>
          <a:bodyPr spcFirstLastPara="1" wrap="square" lIns="91425" tIns="45700" rIns="91425" bIns="45700" anchor="b" anchorCtr="0">
            <a:normAutofit/>
          </a:bodyPr>
          <a:lstStyle/>
          <a:p>
            <a:pPr marL="0" marR="0" lvl="0" indent="0" algn="l" rtl="0">
              <a:lnSpc>
                <a:spcPct val="130000"/>
              </a:lnSpc>
              <a:spcBef>
                <a:spcPts val="0"/>
              </a:spcBef>
              <a:spcAft>
                <a:spcPts val="0"/>
              </a:spcAft>
              <a:buClr>
                <a:schemeClr val="lt1"/>
              </a:buClr>
              <a:buSzPts val="3200"/>
              <a:buFont typeface="Arial"/>
              <a:buNone/>
            </a:pPr>
            <a:endParaRPr sz="3200" b="1" i="0" u="none" strike="noStrike" cap="none">
              <a:solidFill>
                <a:srgbClr val="FFC000"/>
              </a:solidFill>
              <a:latin typeface="Times New Roman"/>
              <a:ea typeface="Times New Roman"/>
              <a:cs typeface="Times New Roman"/>
              <a:sym typeface="Times New Roman"/>
            </a:endParaRPr>
          </a:p>
          <a:p>
            <a:pPr marL="0" marR="0" lvl="0" indent="0" algn="l" rtl="0">
              <a:lnSpc>
                <a:spcPct val="130000"/>
              </a:lnSpc>
              <a:spcBef>
                <a:spcPts val="1000"/>
              </a:spcBef>
              <a:spcAft>
                <a:spcPts val="0"/>
              </a:spcAft>
              <a:buClr>
                <a:schemeClr val="lt1"/>
              </a:buClr>
              <a:buSzPts val="3200"/>
              <a:buFont typeface="Arial"/>
              <a:buNone/>
            </a:pPr>
            <a:endParaRPr sz="3200" b="1" i="0" u="none" strike="noStrike" cap="none">
              <a:solidFill>
                <a:srgbClr val="FFC000"/>
              </a:solidFill>
              <a:latin typeface="Times New Roman"/>
              <a:ea typeface="Times New Roman"/>
              <a:cs typeface="Times New Roman"/>
              <a:sym typeface="Times New Roman"/>
            </a:endParaRPr>
          </a:p>
        </p:txBody>
      </p:sp>
      <p:sp>
        <p:nvSpPr>
          <p:cNvPr id="121" name="Google Shape;121;p2"/>
          <p:cNvSpPr txBox="1">
            <a:spLocks noGrp="1"/>
          </p:cNvSpPr>
          <p:nvPr>
            <p:ph type="ftr" idx="11"/>
          </p:nvPr>
        </p:nvSpPr>
        <p:spPr>
          <a:xfrm>
            <a:off x="10820400" y="6227135"/>
            <a:ext cx="13716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600"/>
              <a:buFont typeface="Times New Roman"/>
              <a:buNone/>
            </a:pPr>
            <a:r>
              <a:rPr lang="en-US" sz="1600" b="1">
                <a:solidFill>
                  <a:srgbClr val="FFFFFF"/>
                </a:solidFill>
                <a:latin typeface="Times New Roman"/>
                <a:ea typeface="Times New Roman"/>
                <a:cs typeface="Times New Roman"/>
                <a:sym typeface="Times New Roman"/>
              </a:rPr>
              <a:t>2</a:t>
            </a:r>
            <a:r>
              <a:rPr lang="en-US" sz="1600" b="1" i="0" u="none" strike="noStrike" cap="none">
                <a:solidFill>
                  <a:srgbClr val="FFFFFF"/>
                </a:solidFill>
                <a:latin typeface="Times New Roman"/>
                <a:ea typeface="Times New Roman"/>
                <a:cs typeface="Times New Roman"/>
                <a:sym typeface="Times New Roman"/>
              </a:rPr>
              <a:t>/23</a:t>
            </a:r>
            <a:endParaRPr/>
          </a:p>
        </p:txBody>
      </p:sp>
      <p:grpSp>
        <p:nvGrpSpPr>
          <p:cNvPr id="122" name="Google Shape;122;p2"/>
          <p:cNvGrpSpPr/>
          <p:nvPr/>
        </p:nvGrpSpPr>
        <p:grpSpPr>
          <a:xfrm>
            <a:off x="3163449" y="1507714"/>
            <a:ext cx="5416764" cy="959040"/>
            <a:chOff x="3049149" y="1106958"/>
            <a:chExt cx="5416764" cy="959040"/>
          </a:xfrm>
        </p:grpSpPr>
        <p:sp>
          <p:nvSpPr>
            <p:cNvPr id="123" name="Google Shape;123;p2"/>
            <p:cNvSpPr/>
            <p:nvPr/>
          </p:nvSpPr>
          <p:spPr>
            <a:xfrm>
              <a:off x="3049149" y="1461198"/>
              <a:ext cx="5416764" cy="604800"/>
            </a:xfrm>
            <a:prstGeom prst="rect">
              <a:avLst/>
            </a:prstGeom>
            <a:solidFill>
              <a:schemeClr val="lt1">
                <a:alpha val="89803"/>
              </a:schemeClr>
            </a:solidFill>
            <a:ln w="19050" cap="flat" cmpd="sng">
              <a:solidFill>
                <a:srgbClr val="9DC44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2">
              <a:hlinkClick r:id="rId3" action="ppaction://hlinksldjump"/>
            </p:cNvPr>
            <p:cNvSpPr/>
            <p:nvPr/>
          </p:nvSpPr>
          <p:spPr>
            <a:xfrm>
              <a:off x="3319987" y="1106958"/>
              <a:ext cx="3791734" cy="708480"/>
            </a:xfrm>
            <a:custGeom>
              <a:avLst/>
              <a:gdLst/>
              <a:ahLst/>
              <a:cxnLst/>
              <a:rect l="l" t="t" r="r" b="b"/>
              <a:pathLst>
                <a:path w="3791734" h="708480" extrusionOk="0">
                  <a:moveTo>
                    <a:pt x="0" y="118082"/>
                  </a:moveTo>
                  <a:cubicBezTo>
                    <a:pt x="0" y="52867"/>
                    <a:pt x="52867" y="0"/>
                    <a:pt x="118082" y="0"/>
                  </a:cubicBezTo>
                  <a:lnTo>
                    <a:pt x="3673652" y="0"/>
                  </a:lnTo>
                  <a:cubicBezTo>
                    <a:pt x="3738867" y="0"/>
                    <a:pt x="3791734" y="52867"/>
                    <a:pt x="3791734" y="118082"/>
                  </a:cubicBezTo>
                  <a:lnTo>
                    <a:pt x="3791734" y="590398"/>
                  </a:lnTo>
                  <a:cubicBezTo>
                    <a:pt x="3791734" y="655613"/>
                    <a:pt x="3738867" y="708480"/>
                    <a:pt x="3673652" y="708480"/>
                  </a:cubicBezTo>
                  <a:lnTo>
                    <a:pt x="118082" y="708480"/>
                  </a:lnTo>
                  <a:cubicBezTo>
                    <a:pt x="52867" y="708480"/>
                    <a:pt x="0" y="655613"/>
                    <a:pt x="0" y="590398"/>
                  </a:cubicBezTo>
                  <a:lnTo>
                    <a:pt x="0" y="118082"/>
                  </a:lnTo>
                  <a:close/>
                </a:path>
              </a:pathLst>
            </a:custGeom>
            <a:solidFill>
              <a:srgbClr val="9DC442"/>
            </a:solidFill>
            <a:ln w="19050" cap="flat" cmpd="sng">
              <a:solidFill>
                <a:schemeClr val="lt1"/>
              </a:solidFill>
              <a:prstDash val="solid"/>
              <a:round/>
              <a:headEnd type="none" w="sm" len="sm"/>
              <a:tailEnd type="none" w="sm" len="sm"/>
            </a:ln>
          </p:spPr>
          <p:txBody>
            <a:bodyPr spcFirstLastPara="1" wrap="square" lIns="177900" tIns="34575" rIns="177900" bIns="34575" anchor="ctr" anchorCtr="0">
              <a:noAutofit/>
            </a:bodyPr>
            <a:lstStyle/>
            <a:p>
              <a:pPr marL="0" marR="0" lvl="0" indent="0" algn="l" rtl="0">
                <a:lnSpc>
                  <a:spcPct val="90000"/>
                </a:lnSpc>
                <a:spcBef>
                  <a:spcPts val="0"/>
                </a:spcBef>
                <a:spcAft>
                  <a:spcPts val="0"/>
                </a:spcAft>
                <a:buClr>
                  <a:schemeClr val="dk1"/>
                </a:buClr>
                <a:buSzPts val="2400"/>
                <a:buFont typeface="Times New Roman"/>
                <a:buNone/>
              </a:pPr>
              <a:r>
                <a:rPr lang="en-US" sz="2800" b="0" i="0" u="none" strike="noStrike" cap="none" dirty="0" err="1">
                  <a:solidFill>
                    <a:schemeClr val="dk1"/>
                  </a:solidFill>
                  <a:latin typeface="Times New Roman"/>
                  <a:ea typeface="Times New Roman"/>
                  <a:cs typeface="Times New Roman"/>
                  <a:sym typeface="Times New Roman"/>
                </a:rPr>
                <a:t>Giới</a:t>
              </a:r>
              <a:r>
                <a:rPr lang="en-US" sz="2800" b="0" i="0" u="none" strike="noStrike" cap="none" dirty="0">
                  <a:solidFill>
                    <a:schemeClr val="dk1"/>
                  </a:solidFill>
                  <a:latin typeface="Times New Roman"/>
                  <a:ea typeface="Times New Roman"/>
                  <a:cs typeface="Times New Roman"/>
                  <a:sym typeface="Times New Roman"/>
                </a:rPr>
                <a:t> </a:t>
              </a:r>
              <a:r>
                <a:rPr lang="en-US" sz="2800" b="0" i="0" u="none" strike="noStrike" cap="none" dirty="0" err="1">
                  <a:solidFill>
                    <a:schemeClr val="dk1"/>
                  </a:solidFill>
                  <a:latin typeface="Times New Roman"/>
                  <a:ea typeface="Times New Roman"/>
                  <a:cs typeface="Times New Roman"/>
                  <a:sym typeface="Times New Roman"/>
                </a:rPr>
                <a:t>thiệu</a:t>
              </a:r>
              <a:r>
                <a:rPr lang="en-US" sz="2800" b="0" i="0" u="none" strike="noStrike" cap="none" dirty="0">
                  <a:solidFill>
                    <a:schemeClr val="dk1"/>
                  </a:solidFill>
                  <a:latin typeface="Times New Roman"/>
                  <a:ea typeface="Times New Roman"/>
                  <a:cs typeface="Times New Roman"/>
                  <a:sym typeface="Times New Roman"/>
                </a:rPr>
                <a:t> </a:t>
              </a:r>
              <a:r>
                <a:rPr lang="en-US" sz="2800" b="0" i="0" u="none" strike="noStrike" cap="none" dirty="0" err="1">
                  <a:solidFill>
                    <a:schemeClr val="dk1"/>
                  </a:solidFill>
                  <a:latin typeface="Times New Roman"/>
                  <a:ea typeface="Times New Roman"/>
                  <a:cs typeface="Times New Roman"/>
                  <a:sym typeface="Times New Roman"/>
                </a:rPr>
                <a:t>tóm</a:t>
              </a:r>
              <a:r>
                <a:rPr lang="en-US" sz="2800" b="0" i="0" u="none" strike="noStrike" cap="none" dirty="0">
                  <a:solidFill>
                    <a:schemeClr val="dk1"/>
                  </a:solidFill>
                  <a:latin typeface="Times New Roman"/>
                  <a:ea typeface="Times New Roman"/>
                  <a:cs typeface="Times New Roman"/>
                  <a:sym typeface="Times New Roman"/>
                </a:rPr>
                <a:t> </a:t>
              </a:r>
              <a:r>
                <a:rPr lang="en-US" sz="2800" b="0" i="0" u="none" strike="noStrike" cap="none" dirty="0" err="1">
                  <a:solidFill>
                    <a:schemeClr val="dk1"/>
                  </a:solidFill>
                  <a:latin typeface="Times New Roman"/>
                  <a:ea typeface="Times New Roman"/>
                  <a:cs typeface="Times New Roman"/>
                  <a:sym typeface="Times New Roman"/>
                </a:rPr>
                <a:t>tắt</a:t>
              </a:r>
              <a:r>
                <a:rPr lang="en-US" sz="2800" b="0" i="0" u="none" strike="noStrike" cap="none" dirty="0">
                  <a:solidFill>
                    <a:schemeClr val="dk1"/>
                  </a:solidFill>
                  <a:latin typeface="Times New Roman"/>
                  <a:ea typeface="Times New Roman"/>
                  <a:cs typeface="Times New Roman"/>
                  <a:sym typeface="Times New Roman"/>
                </a:rPr>
                <a:t> </a:t>
              </a:r>
              <a:r>
                <a:rPr lang="en-US" sz="2800" b="0" i="0" u="none" strike="noStrike" cap="none" dirty="0" err="1">
                  <a:solidFill>
                    <a:schemeClr val="dk1"/>
                  </a:solidFill>
                  <a:latin typeface="Times New Roman"/>
                  <a:ea typeface="Times New Roman"/>
                  <a:cs typeface="Times New Roman"/>
                  <a:sym typeface="Times New Roman"/>
                </a:rPr>
                <a:t>đề</a:t>
              </a:r>
              <a:r>
                <a:rPr lang="en-US" sz="2800" b="0" i="0" u="none" strike="noStrike" cap="none" dirty="0">
                  <a:solidFill>
                    <a:schemeClr val="dk1"/>
                  </a:solidFill>
                  <a:latin typeface="Times New Roman"/>
                  <a:ea typeface="Times New Roman"/>
                  <a:cs typeface="Times New Roman"/>
                  <a:sym typeface="Times New Roman"/>
                </a:rPr>
                <a:t> </a:t>
              </a:r>
              <a:r>
                <a:rPr lang="en-US" sz="2800" b="0" i="0" u="none" strike="noStrike" cap="none" dirty="0" err="1">
                  <a:solidFill>
                    <a:schemeClr val="dk1"/>
                  </a:solidFill>
                  <a:latin typeface="Times New Roman"/>
                  <a:ea typeface="Times New Roman"/>
                  <a:cs typeface="Times New Roman"/>
                  <a:sym typeface="Times New Roman"/>
                </a:rPr>
                <a:t>tài</a:t>
              </a:r>
              <a:endParaRPr sz="2800" b="0" i="0" u="none" strike="noStrike" cap="none" dirty="0">
                <a:solidFill>
                  <a:schemeClr val="dk1"/>
                </a:solidFill>
                <a:latin typeface="Times New Roman"/>
                <a:ea typeface="Times New Roman"/>
                <a:cs typeface="Times New Roman"/>
                <a:sym typeface="Times New Roman"/>
              </a:endParaRPr>
            </a:p>
          </p:txBody>
        </p:sp>
      </p:grpSp>
      <p:grpSp>
        <p:nvGrpSpPr>
          <p:cNvPr id="125" name="Google Shape;125;p2"/>
          <p:cNvGrpSpPr/>
          <p:nvPr/>
        </p:nvGrpSpPr>
        <p:grpSpPr>
          <a:xfrm>
            <a:off x="3163449" y="2596354"/>
            <a:ext cx="5416764" cy="959040"/>
            <a:chOff x="3049149" y="2195598"/>
            <a:chExt cx="5416764" cy="959040"/>
          </a:xfrm>
        </p:grpSpPr>
        <p:sp>
          <p:nvSpPr>
            <p:cNvPr id="126" name="Google Shape;126;p2"/>
            <p:cNvSpPr/>
            <p:nvPr/>
          </p:nvSpPr>
          <p:spPr>
            <a:xfrm>
              <a:off x="3049149" y="2549838"/>
              <a:ext cx="5416764" cy="604800"/>
            </a:xfrm>
            <a:prstGeom prst="rect">
              <a:avLst/>
            </a:prstGeom>
            <a:solidFill>
              <a:schemeClr val="lt1">
                <a:alpha val="89803"/>
              </a:schemeClr>
            </a:solidFill>
            <a:ln w="19050" cap="flat" cmpd="sng">
              <a:solidFill>
                <a:srgbClr val="9DC44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2">
              <a:hlinkClick r:id="rId4" action="ppaction://hlinksldjump"/>
            </p:cNvPr>
            <p:cNvSpPr/>
            <p:nvPr/>
          </p:nvSpPr>
          <p:spPr>
            <a:xfrm>
              <a:off x="3319987" y="2195598"/>
              <a:ext cx="3791734" cy="708480"/>
            </a:xfrm>
            <a:custGeom>
              <a:avLst/>
              <a:gdLst/>
              <a:ahLst/>
              <a:cxnLst/>
              <a:rect l="l" t="t" r="r" b="b"/>
              <a:pathLst>
                <a:path w="3791734" h="708480" extrusionOk="0">
                  <a:moveTo>
                    <a:pt x="0" y="118082"/>
                  </a:moveTo>
                  <a:cubicBezTo>
                    <a:pt x="0" y="52867"/>
                    <a:pt x="52867" y="0"/>
                    <a:pt x="118082" y="0"/>
                  </a:cubicBezTo>
                  <a:lnTo>
                    <a:pt x="3673652" y="0"/>
                  </a:lnTo>
                  <a:cubicBezTo>
                    <a:pt x="3738867" y="0"/>
                    <a:pt x="3791734" y="52867"/>
                    <a:pt x="3791734" y="118082"/>
                  </a:cubicBezTo>
                  <a:lnTo>
                    <a:pt x="3791734" y="590398"/>
                  </a:lnTo>
                  <a:cubicBezTo>
                    <a:pt x="3791734" y="655613"/>
                    <a:pt x="3738867" y="708480"/>
                    <a:pt x="3673652" y="708480"/>
                  </a:cubicBezTo>
                  <a:lnTo>
                    <a:pt x="118082" y="708480"/>
                  </a:lnTo>
                  <a:cubicBezTo>
                    <a:pt x="52867" y="708480"/>
                    <a:pt x="0" y="655613"/>
                    <a:pt x="0" y="590398"/>
                  </a:cubicBezTo>
                  <a:lnTo>
                    <a:pt x="0" y="118082"/>
                  </a:lnTo>
                  <a:close/>
                </a:path>
              </a:pathLst>
            </a:custGeom>
            <a:solidFill>
              <a:srgbClr val="9DC442"/>
            </a:solidFill>
            <a:ln w="19050" cap="flat" cmpd="sng">
              <a:solidFill>
                <a:schemeClr val="lt1"/>
              </a:solidFill>
              <a:prstDash val="solid"/>
              <a:round/>
              <a:headEnd type="none" w="sm" len="sm"/>
              <a:tailEnd type="none" w="sm" len="sm"/>
            </a:ln>
          </p:spPr>
          <p:txBody>
            <a:bodyPr spcFirstLastPara="1" wrap="square" lIns="177900" tIns="34575" rIns="177900" bIns="34575" anchor="ctr" anchorCtr="0">
              <a:noAutofit/>
            </a:bodyPr>
            <a:lstStyle/>
            <a:p>
              <a:pPr marL="0" marR="0" lvl="0" indent="0" algn="l" rtl="0">
                <a:lnSpc>
                  <a:spcPct val="90000"/>
                </a:lnSpc>
                <a:spcBef>
                  <a:spcPts val="0"/>
                </a:spcBef>
                <a:spcAft>
                  <a:spcPts val="0"/>
                </a:spcAft>
                <a:buClr>
                  <a:schemeClr val="dk1"/>
                </a:buClr>
                <a:buSzPts val="2400"/>
                <a:buFont typeface="Times New Roman"/>
                <a:buNone/>
              </a:pPr>
              <a:r>
                <a:rPr lang="en-US" sz="2800" b="0" i="0" u="none" strike="noStrike" cap="none" dirty="0" err="1">
                  <a:solidFill>
                    <a:schemeClr val="dk1"/>
                  </a:solidFill>
                  <a:latin typeface="Times New Roman"/>
                  <a:ea typeface="Times New Roman"/>
                  <a:cs typeface="Times New Roman"/>
                  <a:sym typeface="Times New Roman"/>
                </a:rPr>
                <a:t>Các</a:t>
              </a:r>
              <a:r>
                <a:rPr lang="en-US" sz="2800" b="0" i="0" u="none" strike="noStrike" cap="none" dirty="0">
                  <a:solidFill>
                    <a:schemeClr val="dk1"/>
                  </a:solidFill>
                  <a:latin typeface="Times New Roman"/>
                  <a:ea typeface="Times New Roman"/>
                  <a:cs typeface="Times New Roman"/>
                  <a:sym typeface="Times New Roman"/>
                </a:rPr>
                <a:t> </a:t>
              </a:r>
              <a:r>
                <a:rPr lang="en-US" sz="2800" b="0" i="0" u="none" strike="noStrike" cap="none" dirty="0" err="1">
                  <a:solidFill>
                    <a:schemeClr val="dk1"/>
                  </a:solidFill>
                  <a:latin typeface="Times New Roman"/>
                  <a:ea typeface="Times New Roman"/>
                  <a:cs typeface="Times New Roman"/>
                  <a:sym typeface="Times New Roman"/>
                </a:rPr>
                <a:t>bước</a:t>
              </a:r>
              <a:r>
                <a:rPr lang="en-US" sz="2800" b="0" i="0" u="none" strike="noStrike" cap="none" dirty="0">
                  <a:solidFill>
                    <a:schemeClr val="dk1"/>
                  </a:solidFill>
                  <a:latin typeface="Times New Roman"/>
                  <a:ea typeface="Times New Roman"/>
                  <a:cs typeface="Times New Roman"/>
                  <a:sym typeface="Times New Roman"/>
                </a:rPr>
                <a:t> </a:t>
              </a:r>
              <a:r>
                <a:rPr lang="en-US" sz="2800" b="0" i="0" u="none" strike="noStrike" cap="none" dirty="0" err="1">
                  <a:solidFill>
                    <a:schemeClr val="dk1"/>
                  </a:solidFill>
                  <a:latin typeface="Times New Roman"/>
                  <a:ea typeface="Times New Roman"/>
                  <a:cs typeface="Times New Roman"/>
                  <a:sym typeface="Times New Roman"/>
                </a:rPr>
                <a:t>thực</a:t>
              </a:r>
              <a:r>
                <a:rPr lang="en-US" sz="2800" b="0" i="0" u="none" strike="noStrike" cap="none" dirty="0">
                  <a:solidFill>
                    <a:schemeClr val="dk1"/>
                  </a:solidFill>
                  <a:latin typeface="Times New Roman"/>
                  <a:ea typeface="Times New Roman"/>
                  <a:cs typeface="Times New Roman"/>
                  <a:sym typeface="Times New Roman"/>
                </a:rPr>
                <a:t> </a:t>
              </a:r>
              <a:r>
                <a:rPr lang="en-US" sz="2800" b="0" i="0" u="none" strike="noStrike" cap="none" dirty="0" err="1">
                  <a:solidFill>
                    <a:schemeClr val="dk1"/>
                  </a:solidFill>
                  <a:latin typeface="Times New Roman"/>
                  <a:ea typeface="Times New Roman"/>
                  <a:cs typeface="Times New Roman"/>
                  <a:sym typeface="Times New Roman"/>
                </a:rPr>
                <a:t>hiện</a:t>
              </a:r>
              <a:endParaRPr sz="2800" b="0" i="0" u="none" strike="noStrike" cap="none" dirty="0">
                <a:solidFill>
                  <a:schemeClr val="dk1"/>
                </a:solidFill>
                <a:latin typeface="Times New Roman"/>
                <a:ea typeface="Times New Roman"/>
                <a:cs typeface="Times New Roman"/>
                <a:sym typeface="Times New Roman"/>
              </a:endParaRPr>
            </a:p>
          </p:txBody>
        </p:sp>
      </p:grpSp>
      <p:grpSp>
        <p:nvGrpSpPr>
          <p:cNvPr id="128" name="Google Shape;128;p2"/>
          <p:cNvGrpSpPr/>
          <p:nvPr/>
        </p:nvGrpSpPr>
        <p:grpSpPr>
          <a:xfrm>
            <a:off x="3163449" y="3684994"/>
            <a:ext cx="5416764" cy="959039"/>
            <a:chOff x="3049149" y="3284238"/>
            <a:chExt cx="5416764" cy="959039"/>
          </a:xfrm>
        </p:grpSpPr>
        <p:sp>
          <p:nvSpPr>
            <p:cNvPr id="129" name="Google Shape;129;p2"/>
            <p:cNvSpPr/>
            <p:nvPr/>
          </p:nvSpPr>
          <p:spPr>
            <a:xfrm>
              <a:off x="3049149" y="3638477"/>
              <a:ext cx="5416764" cy="604800"/>
            </a:xfrm>
            <a:prstGeom prst="rect">
              <a:avLst/>
            </a:prstGeom>
            <a:solidFill>
              <a:schemeClr val="lt1">
                <a:alpha val="89803"/>
              </a:schemeClr>
            </a:solidFill>
            <a:ln w="19050" cap="flat" cmpd="sng">
              <a:solidFill>
                <a:srgbClr val="9DC44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2">
              <a:hlinkClick r:id="rId5" action="ppaction://hlinksldjump"/>
            </p:cNvPr>
            <p:cNvSpPr/>
            <p:nvPr/>
          </p:nvSpPr>
          <p:spPr>
            <a:xfrm>
              <a:off x="3319987" y="3284238"/>
              <a:ext cx="3791734" cy="708480"/>
            </a:xfrm>
            <a:custGeom>
              <a:avLst/>
              <a:gdLst/>
              <a:ahLst/>
              <a:cxnLst/>
              <a:rect l="l" t="t" r="r" b="b"/>
              <a:pathLst>
                <a:path w="3791734" h="708480" extrusionOk="0">
                  <a:moveTo>
                    <a:pt x="0" y="118082"/>
                  </a:moveTo>
                  <a:cubicBezTo>
                    <a:pt x="0" y="52867"/>
                    <a:pt x="52867" y="0"/>
                    <a:pt x="118082" y="0"/>
                  </a:cubicBezTo>
                  <a:lnTo>
                    <a:pt x="3673652" y="0"/>
                  </a:lnTo>
                  <a:cubicBezTo>
                    <a:pt x="3738867" y="0"/>
                    <a:pt x="3791734" y="52867"/>
                    <a:pt x="3791734" y="118082"/>
                  </a:cubicBezTo>
                  <a:lnTo>
                    <a:pt x="3791734" y="590398"/>
                  </a:lnTo>
                  <a:cubicBezTo>
                    <a:pt x="3791734" y="655613"/>
                    <a:pt x="3738867" y="708480"/>
                    <a:pt x="3673652" y="708480"/>
                  </a:cubicBezTo>
                  <a:lnTo>
                    <a:pt x="118082" y="708480"/>
                  </a:lnTo>
                  <a:cubicBezTo>
                    <a:pt x="52867" y="708480"/>
                    <a:pt x="0" y="655613"/>
                    <a:pt x="0" y="590398"/>
                  </a:cubicBezTo>
                  <a:lnTo>
                    <a:pt x="0" y="118082"/>
                  </a:lnTo>
                  <a:close/>
                </a:path>
              </a:pathLst>
            </a:custGeom>
            <a:solidFill>
              <a:srgbClr val="9DC442"/>
            </a:solidFill>
            <a:ln w="19050" cap="flat" cmpd="sng">
              <a:solidFill>
                <a:schemeClr val="lt1"/>
              </a:solidFill>
              <a:prstDash val="solid"/>
              <a:round/>
              <a:headEnd type="none" w="sm" len="sm"/>
              <a:tailEnd type="none" w="sm" len="sm"/>
            </a:ln>
          </p:spPr>
          <p:txBody>
            <a:bodyPr spcFirstLastPara="1" wrap="square" lIns="177900" tIns="34575" rIns="177900" bIns="34575" anchor="ctr" anchorCtr="0">
              <a:noAutofit/>
            </a:bodyPr>
            <a:lstStyle/>
            <a:p>
              <a:pPr marL="0" marR="0" lvl="0" indent="0" algn="l" rtl="0">
                <a:lnSpc>
                  <a:spcPct val="90000"/>
                </a:lnSpc>
                <a:spcBef>
                  <a:spcPts val="0"/>
                </a:spcBef>
                <a:spcAft>
                  <a:spcPts val="0"/>
                </a:spcAft>
                <a:buClr>
                  <a:schemeClr val="dk1"/>
                </a:buClr>
                <a:buSzPts val="2400"/>
                <a:buFont typeface="Times New Roman"/>
                <a:buNone/>
              </a:pPr>
              <a:r>
                <a:rPr lang="en-US" sz="2800" b="0" i="0" u="none" strike="noStrike" cap="none">
                  <a:solidFill>
                    <a:schemeClr val="dk1"/>
                  </a:solidFill>
                  <a:latin typeface="Times New Roman"/>
                  <a:ea typeface="Times New Roman"/>
                  <a:cs typeface="Times New Roman"/>
                  <a:sym typeface="Times New Roman"/>
                </a:rPr>
                <a:t>Sản phẩm</a:t>
              </a:r>
              <a:endParaRPr sz="2800" b="0" i="0" u="none" strike="noStrike" cap="none">
                <a:solidFill>
                  <a:schemeClr val="dk1"/>
                </a:solidFill>
                <a:latin typeface="Times New Roman"/>
                <a:ea typeface="Times New Roman"/>
                <a:cs typeface="Times New Roman"/>
                <a:sym typeface="Times New Roman"/>
              </a:endParaRPr>
            </a:p>
          </p:txBody>
        </p:sp>
      </p:grpSp>
      <p:grpSp>
        <p:nvGrpSpPr>
          <p:cNvPr id="131" name="Google Shape;131;p2"/>
          <p:cNvGrpSpPr/>
          <p:nvPr/>
        </p:nvGrpSpPr>
        <p:grpSpPr>
          <a:xfrm>
            <a:off x="3163449" y="4773718"/>
            <a:ext cx="5416764" cy="959040"/>
            <a:chOff x="3049149" y="4372962"/>
            <a:chExt cx="5416764" cy="959040"/>
          </a:xfrm>
        </p:grpSpPr>
        <p:sp>
          <p:nvSpPr>
            <p:cNvPr id="132" name="Google Shape;132;p2"/>
            <p:cNvSpPr/>
            <p:nvPr/>
          </p:nvSpPr>
          <p:spPr>
            <a:xfrm>
              <a:off x="3049149" y="4727202"/>
              <a:ext cx="5416764" cy="604800"/>
            </a:xfrm>
            <a:prstGeom prst="rect">
              <a:avLst/>
            </a:prstGeom>
            <a:solidFill>
              <a:schemeClr val="lt1">
                <a:alpha val="89803"/>
              </a:schemeClr>
            </a:solidFill>
            <a:ln w="19050" cap="flat" cmpd="sng">
              <a:solidFill>
                <a:srgbClr val="9DC44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33" name="Google Shape;133;p2">
              <a:hlinkClick r:id="rId6" action="ppaction://hlinksldjump"/>
            </p:cNvPr>
            <p:cNvSpPr/>
            <p:nvPr/>
          </p:nvSpPr>
          <p:spPr>
            <a:xfrm>
              <a:off x="3319987" y="4372962"/>
              <a:ext cx="3791734" cy="708480"/>
            </a:xfrm>
            <a:custGeom>
              <a:avLst/>
              <a:gdLst/>
              <a:ahLst/>
              <a:cxnLst/>
              <a:rect l="l" t="t" r="r" b="b"/>
              <a:pathLst>
                <a:path w="3791734" h="708480" extrusionOk="0">
                  <a:moveTo>
                    <a:pt x="0" y="118082"/>
                  </a:moveTo>
                  <a:cubicBezTo>
                    <a:pt x="0" y="52867"/>
                    <a:pt x="52867" y="0"/>
                    <a:pt x="118082" y="0"/>
                  </a:cubicBezTo>
                  <a:lnTo>
                    <a:pt x="3673652" y="0"/>
                  </a:lnTo>
                  <a:cubicBezTo>
                    <a:pt x="3738867" y="0"/>
                    <a:pt x="3791734" y="52867"/>
                    <a:pt x="3791734" y="118082"/>
                  </a:cubicBezTo>
                  <a:lnTo>
                    <a:pt x="3791734" y="590398"/>
                  </a:lnTo>
                  <a:cubicBezTo>
                    <a:pt x="3791734" y="655613"/>
                    <a:pt x="3738867" y="708480"/>
                    <a:pt x="3673652" y="708480"/>
                  </a:cubicBezTo>
                  <a:lnTo>
                    <a:pt x="118082" y="708480"/>
                  </a:lnTo>
                  <a:cubicBezTo>
                    <a:pt x="52867" y="708480"/>
                    <a:pt x="0" y="655613"/>
                    <a:pt x="0" y="590398"/>
                  </a:cubicBezTo>
                  <a:lnTo>
                    <a:pt x="0" y="118082"/>
                  </a:lnTo>
                  <a:close/>
                </a:path>
              </a:pathLst>
            </a:custGeom>
            <a:solidFill>
              <a:srgbClr val="9DC442"/>
            </a:solidFill>
            <a:ln w="19050" cap="flat" cmpd="sng">
              <a:solidFill>
                <a:schemeClr val="lt1"/>
              </a:solidFill>
              <a:prstDash val="solid"/>
              <a:round/>
              <a:headEnd type="none" w="sm" len="sm"/>
              <a:tailEnd type="none" w="sm" len="sm"/>
            </a:ln>
          </p:spPr>
          <p:txBody>
            <a:bodyPr spcFirstLastPara="1" wrap="square" lIns="177900" tIns="34575" rIns="177900" bIns="34575" anchor="ctr" anchorCtr="0">
              <a:noAutofit/>
            </a:bodyPr>
            <a:lstStyle/>
            <a:p>
              <a:pPr marL="0" marR="0" lvl="0" indent="0" algn="l" rtl="0">
                <a:lnSpc>
                  <a:spcPct val="90000"/>
                </a:lnSpc>
                <a:spcBef>
                  <a:spcPts val="0"/>
                </a:spcBef>
                <a:spcAft>
                  <a:spcPts val="0"/>
                </a:spcAft>
                <a:buClr>
                  <a:schemeClr val="dk1"/>
                </a:buClr>
                <a:buSzPts val="2400"/>
                <a:buFont typeface="Times New Roman"/>
                <a:buNone/>
              </a:pPr>
              <a:r>
                <a:rPr lang="en-US" sz="2800">
                  <a:solidFill>
                    <a:schemeClr val="dk1"/>
                  </a:solidFill>
                  <a:latin typeface="Times New Roman"/>
                  <a:ea typeface="Times New Roman"/>
                  <a:cs typeface="Times New Roman"/>
                  <a:sym typeface="Times New Roman"/>
                </a:rPr>
                <a:t>Kết luận</a:t>
              </a:r>
              <a:endParaRPr sz="2800">
                <a:solidFill>
                  <a:schemeClr val="dk1"/>
                </a:solidFill>
                <a:latin typeface="Times New Roman"/>
                <a:ea typeface="Times New Roman"/>
                <a:cs typeface="Times New Roman"/>
                <a:sym typeface="Times New Roman"/>
              </a:endParaRPr>
            </a:p>
          </p:txBody>
        </p:sp>
      </p:gr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2"/>
                                        </p:tgtEl>
                                        <p:attrNameLst>
                                          <p:attrName>style.visibility</p:attrName>
                                        </p:attrNameLst>
                                      </p:cBhvr>
                                      <p:to>
                                        <p:strVal val="visible"/>
                                      </p:to>
                                    </p:set>
                                    <p:anim calcmode="lin" valueType="num">
                                      <p:cBhvr additive="base">
                                        <p:cTn id="7" dur="1000"/>
                                        <p:tgtEl>
                                          <p:spTgt spid="122"/>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25"/>
                                        </p:tgtEl>
                                        <p:attrNameLst>
                                          <p:attrName>style.visibility</p:attrName>
                                        </p:attrNameLst>
                                      </p:cBhvr>
                                      <p:to>
                                        <p:strVal val="visible"/>
                                      </p:to>
                                    </p:set>
                                    <p:anim calcmode="lin" valueType="num">
                                      <p:cBhvr additive="base">
                                        <p:cTn id="12" dur="1000"/>
                                        <p:tgtEl>
                                          <p:spTgt spid="125"/>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28"/>
                                        </p:tgtEl>
                                        <p:attrNameLst>
                                          <p:attrName>style.visibility</p:attrName>
                                        </p:attrNameLst>
                                      </p:cBhvr>
                                      <p:to>
                                        <p:strVal val="visible"/>
                                      </p:to>
                                    </p:set>
                                    <p:anim calcmode="lin" valueType="num">
                                      <p:cBhvr additive="base">
                                        <p:cTn id="17" dur="1000"/>
                                        <p:tgtEl>
                                          <p:spTgt spid="128"/>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131"/>
                                        </p:tgtEl>
                                        <p:attrNameLst>
                                          <p:attrName>style.visibility</p:attrName>
                                        </p:attrNameLst>
                                      </p:cBhvr>
                                      <p:to>
                                        <p:strVal val="visible"/>
                                      </p:to>
                                    </p:set>
                                    <p:anim calcmode="lin" valueType="num">
                                      <p:cBhvr additive="base">
                                        <p:cTn id="22" dur="1000"/>
                                        <p:tgtEl>
                                          <p:spTgt spid="13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3"/>
          <p:cNvSpPr txBox="1">
            <a:spLocks noGrp="1"/>
          </p:cNvSpPr>
          <p:nvPr>
            <p:ph type="sldNum" idx="12"/>
          </p:nvPr>
        </p:nvSpPr>
        <p:spPr>
          <a:xfrm>
            <a:off x="9365511" y="6177074"/>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solidFill>
                  <a:srgbClr val="335338"/>
                </a:solidFill>
                <a:latin typeface="Times New Roman"/>
                <a:ea typeface="Times New Roman"/>
                <a:cs typeface="Times New Roman"/>
                <a:sym typeface="Times New Roman"/>
              </a:rPr>
              <a:t>3</a:t>
            </a:fld>
            <a:endParaRPr dirty="0">
              <a:solidFill>
                <a:srgbClr val="335338"/>
              </a:solidFill>
              <a:latin typeface="Times New Roman"/>
              <a:ea typeface="Times New Roman"/>
              <a:cs typeface="Times New Roman"/>
              <a:sym typeface="Times New Roman"/>
            </a:endParaRPr>
          </a:p>
        </p:txBody>
      </p:sp>
      <p:sp>
        <p:nvSpPr>
          <p:cNvPr id="142" name="Google Shape;142;p3"/>
          <p:cNvSpPr txBox="1"/>
          <p:nvPr/>
        </p:nvSpPr>
        <p:spPr>
          <a:xfrm>
            <a:off x="2703327" y="212651"/>
            <a:ext cx="6785345" cy="635571"/>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accent4"/>
              </a:buClr>
              <a:buSzPts val="3300"/>
              <a:buFont typeface="Times New Roman"/>
              <a:buNone/>
            </a:pPr>
            <a:r>
              <a:rPr lang="en-US" sz="3300" b="1">
                <a:solidFill>
                  <a:schemeClr val="accent4"/>
                </a:solidFill>
                <a:latin typeface="Times New Roman"/>
                <a:ea typeface="Times New Roman"/>
                <a:cs typeface="Times New Roman"/>
                <a:sym typeface="Times New Roman"/>
              </a:rPr>
              <a:t>GIỚI THIỆU TÓM TẮT ĐỀ TÀI</a:t>
            </a:r>
            <a:endParaRPr/>
          </a:p>
        </p:txBody>
      </p:sp>
      <p:sp>
        <p:nvSpPr>
          <p:cNvPr id="143" name="Google Shape;143;p3"/>
          <p:cNvSpPr txBox="1">
            <a:spLocks noGrp="1"/>
          </p:cNvSpPr>
          <p:nvPr>
            <p:ph type="ftr" idx="11"/>
          </p:nvPr>
        </p:nvSpPr>
        <p:spPr>
          <a:xfrm>
            <a:off x="10820400" y="6227135"/>
            <a:ext cx="13716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600"/>
              <a:buFont typeface="Times New Roman"/>
              <a:buNone/>
            </a:pPr>
            <a:r>
              <a:rPr lang="en-US" sz="1600" b="1">
                <a:solidFill>
                  <a:srgbClr val="FFFFFF"/>
                </a:solidFill>
                <a:latin typeface="Times New Roman"/>
                <a:ea typeface="Times New Roman"/>
                <a:cs typeface="Times New Roman"/>
                <a:sym typeface="Times New Roman"/>
              </a:rPr>
              <a:t>3</a:t>
            </a:r>
            <a:r>
              <a:rPr lang="en-US" sz="1600" b="1" i="0" u="none" strike="noStrike" cap="none">
                <a:solidFill>
                  <a:srgbClr val="FFFFFF"/>
                </a:solidFill>
                <a:latin typeface="Times New Roman"/>
                <a:ea typeface="Times New Roman"/>
                <a:cs typeface="Times New Roman"/>
                <a:sym typeface="Times New Roman"/>
              </a:rPr>
              <a:t>/23</a:t>
            </a:r>
            <a:endParaRPr/>
          </a:p>
        </p:txBody>
      </p:sp>
      <p:sp>
        <p:nvSpPr>
          <p:cNvPr id="6" name="Google Shape;144;p3">
            <a:extLst>
              <a:ext uri="{FF2B5EF4-FFF2-40B4-BE49-F238E27FC236}">
                <a16:creationId xmlns:a16="http://schemas.microsoft.com/office/drawing/2014/main" id="{807FAD7D-4CC6-CED4-8E6C-26D1AF481EDD}"/>
              </a:ext>
            </a:extLst>
          </p:cNvPr>
          <p:cNvSpPr/>
          <p:nvPr/>
        </p:nvSpPr>
        <p:spPr>
          <a:xfrm>
            <a:off x="2703327" y="1053575"/>
            <a:ext cx="6943721" cy="387752"/>
          </a:xfrm>
          <a:prstGeom prst="rect">
            <a:avLst/>
          </a:prstGeom>
          <a:noFill/>
          <a:ln w="12700" cap="flat" cmpd="sng">
            <a:no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50000"/>
              </a:lnSpc>
              <a:spcBef>
                <a:spcPts val="0"/>
              </a:spcBef>
              <a:spcAft>
                <a:spcPts val="0"/>
              </a:spcAft>
              <a:buNone/>
            </a:pPr>
            <a:r>
              <a:rPr lang="vi-VN" sz="1800" b="1" dirty="0">
                <a:solidFill>
                  <a:schemeClr val="bg1"/>
                </a:solidFill>
                <a:effectLst>
                  <a:outerShdw blurRad="50800" dist="38100" dir="2700000" algn="tl" rotWithShape="0">
                    <a:prstClr val="black">
                      <a:alpha val="76000"/>
                    </a:prstClr>
                  </a:outerShdw>
                </a:effectLst>
                <a:latin typeface="+mn-lt"/>
                <a:ea typeface="Times New Roman"/>
                <a:cs typeface="Times New Roman"/>
                <a:sym typeface="Times New Roman"/>
              </a:rPr>
              <a:t>LỢI ÍCH CỦA VIỆC ÁP DỤNG CNTT VÀO LĨNH </a:t>
            </a:r>
            <a:r>
              <a:rPr lang="vi-VN" sz="1800" b="1" dirty="0" smtClean="0">
                <a:solidFill>
                  <a:schemeClr val="bg1"/>
                </a:solidFill>
                <a:effectLst>
                  <a:outerShdw blurRad="50800" dist="38100" dir="2700000" algn="tl" rotWithShape="0">
                    <a:prstClr val="black">
                      <a:alpha val="76000"/>
                    </a:prstClr>
                  </a:outerShdw>
                </a:effectLst>
                <a:latin typeface="+mn-lt"/>
                <a:ea typeface="Times New Roman"/>
                <a:cs typeface="Times New Roman"/>
                <a:sym typeface="Times New Roman"/>
              </a:rPr>
              <a:t>VỰ</a:t>
            </a:r>
            <a:r>
              <a:rPr lang="en-US" sz="1800" b="1" dirty="0" smtClean="0">
                <a:solidFill>
                  <a:schemeClr val="bg1"/>
                </a:solidFill>
                <a:effectLst>
                  <a:outerShdw blurRad="50800" dist="38100" dir="2700000" algn="tl" rotWithShape="0">
                    <a:prstClr val="black">
                      <a:alpha val="76000"/>
                    </a:prstClr>
                  </a:outerShdw>
                </a:effectLst>
                <a:latin typeface="+mn-lt"/>
                <a:ea typeface="Times New Roman"/>
                <a:cs typeface="Times New Roman"/>
                <a:sym typeface="Times New Roman"/>
              </a:rPr>
              <a:t>C NỘI THẤT</a:t>
            </a:r>
            <a:endParaRPr lang="vi-VN" sz="1800" b="1" dirty="0">
              <a:solidFill>
                <a:schemeClr val="bg1"/>
              </a:solidFill>
              <a:effectLst>
                <a:outerShdw blurRad="50800" dist="38100" dir="2700000" algn="tl" rotWithShape="0">
                  <a:prstClr val="black">
                    <a:alpha val="76000"/>
                  </a:prstClr>
                </a:outerShdw>
              </a:effectLst>
              <a:latin typeface="+mn-lt"/>
              <a:ea typeface="Times New Roman"/>
              <a:cs typeface="Times New Roman"/>
              <a:sym typeface="Times New Roman"/>
            </a:endParaRPr>
          </a:p>
        </p:txBody>
      </p:sp>
      <p:sp>
        <p:nvSpPr>
          <p:cNvPr id="7" name="Hình chữ nhật: Góc Tròn 6">
            <a:extLst>
              <a:ext uri="{FF2B5EF4-FFF2-40B4-BE49-F238E27FC236}">
                <a16:creationId xmlns:a16="http://schemas.microsoft.com/office/drawing/2014/main" id="{0F8E8E94-A9B2-2027-BB79-44931748D4EB}"/>
              </a:ext>
            </a:extLst>
          </p:cNvPr>
          <p:cNvSpPr/>
          <p:nvPr/>
        </p:nvSpPr>
        <p:spPr>
          <a:xfrm>
            <a:off x="621255" y="1689904"/>
            <a:ext cx="2619650" cy="4097438"/>
          </a:xfrm>
          <a:prstGeom prst="roundRect">
            <a:avLst>
              <a:gd name="adj" fmla="val 2528"/>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Hình chữ nhật: Góc Tròn 7">
            <a:extLst>
              <a:ext uri="{FF2B5EF4-FFF2-40B4-BE49-F238E27FC236}">
                <a16:creationId xmlns:a16="http://schemas.microsoft.com/office/drawing/2014/main" id="{2A5AA4E1-CD1D-2276-1C23-15714D22329A}"/>
              </a:ext>
            </a:extLst>
          </p:cNvPr>
          <p:cNvSpPr/>
          <p:nvPr/>
        </p:nvSpPr>
        <p:spPr>
          <a:xfrm>
            <a:off x="3393305" y="1689904"/>
            <a:ext cx="2619650" cy="4097438"/>
          </a:xfrm>
          <a:prstGeom prst="roundRect">
            <a:avLst>
              <a:gd name="adj" fmla="val 2528"/>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Hình chữ nhật: Góc Tròn 8">
            <a:extLst>
              <a:ext uri="{FF2B5EF4-FFF2-40B4-BE49-F238E27FC236}">
                <a16:creationId xmlns:a16="http://schemas.microsoft.com/office/drawing/2014/main" id="{E0CAAE20-22DC-5190-F636-3B3F427C2B37}"/>
              </a:ext>
            </a:extLst>
          </p:cNvPr>
          <p:cNvSpPr/>
          <p:nvPr/>
        </p:nvSpPr>
        <p:spPr>
          <a:xfrm>
            <a:off x="6136584" y="1689904"/>
            <a:ext cx="2619650" cy="4097438"/>
          </a:xfrm>
          <a:prstGeom prst="roundRect">
            <a:avLst>
              <a:gd name="adj" fmla="val 2528"/>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ình chữ nhật: Góc Tròn 9">
            <a:extLst>
              <a:ext uri="{FF2B5EF4-FFF2-40B4-BE49-F238E27FC236}">
                <a16:creationId xmlns:a16="http://schemas.microsoft.com/office/drawing/2014/main" id="{8F2041C3-8FEB-AB1D-7C55-F6C24B663138}"/>
              </a:ext>
            </a:extLst>
          </p:cNvPr>
          <p:cNvSpPr/>
          <p:nvPr/>
        </p:nvSpPr>
        <p:spPr>
          <a:xfrm>
            <a:off x="8879863" y="1689904"/>
            <a:ext cx="2619650" cy="4097438"/>
          </a:xfrm>
          <a:prstGeom prst="roundRect">
            <a:avLst>
              <a:gd name="adj" fmla="val 2528"/>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2">
            <a:extLst>
              <a:ext uri="{FF2B5EF4-FFF2-40B4-BE49-F238E27FC236}">
                <a16:creationId xmlns:a16="http://schemas.microsoft.com/office/drawing/2014/main" id="{51185B93-475F-1E09-0B47-E1EF2ED92FCE}"/>
              </a:ext>
            </a:extLst>
          </p:cNvPr>
          <p:cNvSpPr/>
          <p:nvPr/>
        </p:nvSpPr>
        <p:spPr>
          <a:xfrm>
            <a:off x="761302" y="3058997"/>
            <a:ext cx="2227594" cy="2188611"/>
          </a:xfrm>
          <a:custGeom>
            <a:avLst/>
            <a:gdLst/>
            <a:ahLst/>
            <a:cxnLst/>
            <a:rect l="l" t="t" r="r" b="b"/>
            <a:pathLst>
              <a:path w="2227594" h="2188611">
                <a:moveTo>
                  <a:pt x="0" y="0"/>
                </a:moveTo>
                <a:lnTo>
                  <a:pt x="2227594" y="0"/>
                </a:lnTo>
                <a:lnTo>
                  <a:pt x="2227594" y="2188611"/>
                </a:lnTo>
                <a:lnTo>
                  <a:pt x="0" y="2188611"/>
                </a:lnTo>
                <a:lnTo>
                  <a:pt x="0" y="0"/>
                </a:lnTo>
                <a:close/>
              </a:path>
            </a:pathLst>
          </a:custGeom>
          <a:blipFill>
            <a:blip r:embed="rId3"/>
            <a:stretch>
              <a:fillRect/>
            </a:stretch>
          </a:blipFill>
        </p:spPr>
        <p:txBody>
          <a:bodyPr/>
          <a:lstStyle/>
          <a:p>
            <a:endParaRPr lang="en-US"/>
          </a:p>
        </p:txBody>
      </p:sp>
      <p:sp>
        <p:nvSpPr>
          <p:cNvPr id="12" name="Freeform 3">
            <a:extLst>
              <a:ext uri="{FF2B5EF4-FFF2-40B4-BE49-F238E27FC236}">
                <a16:creationId xmlns:a16="http://schemas.microsoft.com/office/drawing/2014/main" id="{E9AEE255-FA26-E254-BD43-DB1EBB78FCEB}"/>
              </a:ext>
            </a:extLst>
          </p:cNvPr>
          <p:cNvSpPr/>
          <p:nvPr/>
        </p:nvSpPr>
        <p:spPr>
          <a:xfrm>
            <a:off x="3456545" y="3454225"/>
            <a:ext cx="2493170" cy="1833419"/>
          </a:xfrm>
          <a:custGeom>
            <a:avLst/>
            <a:gdLst/>
            <a:ahLst/>
            <a:cxnLst/>
            <a:rect l="l" t="t" r="r" b="b"/>
            <a:pathLst>
              <a:path w="3126289" h="2028180">
                <a:moveTo>
                  <a:pt x="0" y="0"/>
                </a:moveTo>
                <a:lnTo>
                  <a:pt x="3126288" y="0"/>
                </a:lnTo>
                <a:lnTo>
                  <a:pt x="3126288" y="2028180"/>
                </a:lnTo>
                <a:lnTo>
                  <a:pt x="0" y="2028180"/>
                </a:lnTo>
                <a:lnTo>
                  <a:pt x="0" y="0"/>
                </a:lnTo>
                <a:close/>
              </a:path>
            </a:pathLst>
          </a:custGeom>
          <a:blipFill>
            <a:blip r:embed="rId4"/>
            <a:stretch>
              <a:fillRect/>
            </a:stretch>
          </a:blipFill>
        </p:spPr>
        <p:txBody>
          <a:bodyPr/>
          <a:lstStyle/>
          <a:p>
            <a:endParaRPr lang="en-US"/>
          </a:p>
        </p:txBody>
      </p:sp>
      <p:sp>
        <p:nvSpPr>
          <p:cNvPr id="13" name="Freeform 4">
            <a:extLst>
              <a:ext uri="{FF2B5EF4-FFF2-40B4-BE49-F238E27FC236}">
                <a16:creationId xmlns:a16="http://schemas.microsoft.com/office/drawing/2014/main" id="{BAA2CA6A-28ED-212F-4F98-CEE32DEB0259}"/>
              </a:ext>
            </a:extLst>
          </p:cNvPr>
          <p:cNvSpPr/>
          <p:nvPr/>
        </p:nvSpPr>
        <p:spPr>
          <a:xfrm>
            <a:off x="6262795" y="3073430"/>
            <a:ext cx="2319429" cy="2316530"/>
          </a:xfrm>
          <a:custGeom>
            <a:avLst/>
            <a:gdLst/>
            <a:ahLst/>
            <a:cxnLst/>
            <a:rect l="l" t="t" r="r" b="b"/>
            <a:pathLst>
              <a:path w="2319429" h="2316530">
                <a:moveTo>
                  <a:pt x="0" y="0"/>
                </a:moveTo>
                <a:lnTo>
                  <a:pt x="2319429" y="0"/>
                </a:lnTo>
                <a:lnTo>
                  <a:pt x="2319429" y="2316530"/>
                </a:lnTo>
                <a:lnTo>
                  <a:pt x="0" y="2316530"/>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txBody>
          <a:bodyPr/>
          <a:lstStyle/>
          <a:p>
            <a:endParaRPr lang="en-US"/>
          </a:p>
        </p:txBody>
      </p:sp>
      <p:sp>
        <p:nvSpPr>
          <p:cNvPr id="14" name="Freeform 5">
            <a:extLst>
              <a:ext uri="{FF2B5EF4-FFF2-40B4-BE49-F238E27FC236}">
                <a16:creationId xmlns:a16="http://schemas.microsoft.com/office/drawing/2014/main" id="{5FDF7445-DC34-7B93-C539-822879FEC4D8}"/>
              </a:ext>
            </a:extLst>
          </p:cNvPr>
          <p:cNvSpPr/>
          <p:nvPr/>
        </p:nvSpPr>
        <p:spPr>
          <a:xfrm>
            <a:off x="9020178" y="2854439"/>
            <a:ext cx="2339019" cy="2535521"/>
          </a:xfrm>
          <a:custGeom>
            <a:avLst/>
            <a:gdLst/>
            <a:ahLst/>
            <a:cxnLst/>
            <a:rect l="l" t="t" r="r" b="b"/>
            <a:pathLst>
              <a:path w="2339019" h="2535521">
                <a:moveTo>
                  <a:pt x="0" y="0"/>
                </a:moveTo>
                <a:lnTo>
                  <a:pt x="2339019" y="0"/>
                </a:lnTo>
                <a:lnTo>
                  <a:pt x="2339019" y="2535521"/>
                </a:lnTo>
                <a:lnTo>
                  <a:pt x="0" y="2535521"/>
                </a:lnTo>
                <a:lnTo>
                  <a:pt x="0" y="0"/>
                </a:lnTo>
                <a:close/>
              </a:path>
            </a:pathLst>
          </a:custGeom>
          <a:blipFill>
            <a:blip r:embed="rId7">
              <a:extLst>
                <a:ext uri="{96DAC541-7B7A-43D3-8B79-37D633B846F1}">
                  <asvg:svgBlip xmlns:asvg="http://schemas.microsoft.com/office/drawing/2016/SVG/main" xmlns="" r:embed="rId8"/>
                </a:ext>
              </a:extLst>
            </a:blip>
            <a:stretch>
              <a:fillRect/>
            </a:stretch>
          </a:blipFill>
        </p:spPr>
        <p:txBody>
          <a:bodyPr/>
          <a:lstStyle/>
          <a:p>
            <a:endParaRPr lang="en-US"/>
          </a:p>
        </p:txBody>
      </p:sp>
      <p:sp>
        <p:nvSpPr>
          <p:cNvPr id="15" name="Google Shape;144;p3">
            <a:extLst>
              <a:ext uri="{FF2B5EF4-FFF2-40B4-BE49-F238E27FC236}">
                <a16:creationId xmlns:a16="http://schemas.microsoft.com/office/drawing/2014/main" id="{5626EED4-BDC4-48AF-616B-FC62665A816D}"/>
              </a:ext>
            </a:extLst>
          </p:cNvPr>
          <p:cNvSpPr/>
          <p:nvPr/>
        </p:nvSpPr>
        <p:spPr>
          <a:xfrm>
            <a:off x="6262795" y="1790770"/>
            <a:ext cx="2377076" cy="646331"/>
          </a:xfrm>
          <a:prstGeom prst="roundRect">
            <a:avLst>
              <a:gd name="adj" fmla="val 16667"/>
            </a:avLst>
          </a:prstGeom>
          <a:solidFill>
            <a:schemeClr val="accent1"/>
          </a:solidFill>
          <a:ln w="12700" cap="flat" cmpd="sng">
            <a:no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50000"/>
              </a:lnSpc>
              <a:spcBef>
                <a:spcPts val="0"/>
              </a:spcBef>
              <a:spcAft>
                <a:spcPts val="0"/>
              </a:spcAft>
              <a:buNone/>
            </a:pPr>
            <a:endParaRPr lang="vi-VN" sz="1800" dirty="0">
              <a:solidFill>
                <a:schemeClr val="lt1"/>
              </a:solidFill>
              <a:latin typeface="+mn-lt"/>
              <a:ea typeface="Times New Roman"/>
              <a:cs typeface="Calibri" panose="020F0502020204030204" pitchFamily="34" charset="0"/>
              <a:sym typeface="Times New Roman"/>
            </a:endParaRPr>
          </a:p>
        </p:txBody>
      </p:sp>
      <p:sp>
        <p:nvSpPr>
          <p:cNvPr id="16" name="Hộp Văn bản 15">
            <a:extLst>
              <a:ext uri="{FF2B5EF4-FFF2-40B4-BE49-F238E27FC236}">
                <a16:creationId xmlns:a16="http://schemas.microsoft.com/office/drawing/2014/main" id="{EE3419A4-8528-4A52-36DA-956655CB398C}"/>
              </a:ext>
            </a:extLst>
          </p:cNvPr>
          <p:cNvSpPr txBox="1"/>
          <p:nvPr/>
        </p:nvSpPr>
        <p:spPr>
          <a:xfrm>
            <a:off x="6308974" y="1790768"/>
            <a:ext cx="2227069" cy="646331"/>
          </a:xfrm>
          <a:prstGeom prst="rect">
            <a:avLst/>
          </a:prstGeom>
          <a:noFill/>
        </p:spPr>
        <p:txBody>
          <a:bodyPr wrap="square">
            <a:spAutoFit/>
          </a:bodyPr>
          <a:lstStyle/>
          <a:p>
            <a:pPr marL="0" marR="0" lvl="0" indent="0" algn="ctr" rtl="0">
              <a:spcBef>
                <a:spcPts val="0"/>
              </a:spcBef>
              <a:spcAft>
                <a:spcPts val="0"/>
              </a:spcAft>
              <a:buNone/>
            </a:pPr>
            <a:r>
              <a:rPr lang="vi-VN" sz="1800" b="1" dirty="0">
                <a:solidFill>
                  <a:schemeClr val="bg1"/>
                </a:solidFill>
                <a:effectLst>
                  <a:glow rad="101600">
                    <a:schemeClr val="bg1">
                      <a:alpha val="27000"/>
                    </a:schemeClr>
                  </a:glow>
                </a:effectLst>
                <a:latin typeface="Arial (Thân)"/>
                <a:ea typeface="Times New Roman"/>
                <a:cs typeface="Calibri" panose="020F0502020204030204" pitchFamily="34" charset="0"/>
                <a:sym typeface="Times New Roman"/>
              </a:rPr>
              <a:t>NÂNG CAO </a:t>
            </a:r>
          </a:p>
          <a:p>
            <a:pPr marL="0" marR="0" lvl="0" indent="0" algn="ctr" rtl="0">
              <a:spcBef>
                <a:spcPts val="0"/>
              </a:spcBef>
              <a:spcAft>
                <a:spcPts val="0"/>
              </a:spcAft>
              <a:buNone/>
            </a:pPr>
            <a:r>
              <a:rPr lang="vi-VN" sz="1800" b="1" dirty="0">
                <a:solidFill>
                  <a:schemeClr val="bg1"/>
                </a:solidFill>
                <a:effectLst>
                  <a:glow rad="101600">
                    <a:schemeClr val="bg1">
                      <a:alpha val="27000"/>
                    </a:schemeClr>
                  </a:glow>
                </a:effectLst>
                <a:latin typeface="Arial (Thân)"/>
                <a:ea typeface="Times New Roman"/>
                <a:cs typeface="Calibri" panose="020F0502020204030204" pitchFamily="34" charset="0"/>
                <a:sym typeface="Times New Roman"/>
              </a:rPr>
              <a:t>TRẢI NGHIỆM KH</a:t>
            </a:r>
          </a:p>
        </p:txBody>
      </p:sp>
      <p:sp>
        <p:nvSpPr>
          <p:cNvPr id="17" name="Google Shape;144;p3">
            <a:extLst>
              <a:ext uri="{FF2B5EF4-FFF2-40B4-BE49-F238E27FC236}">
                <a16:creationId xmlns:a16="http://schemas.microsoft.com/office/drawing/2014/main" id="{3C7CBE6D-07F2-3F61-06D2-220AE52041EA}"/>
              </a:ext>
            </a:extLst>
          </p:cNvPr>
          <p:cNvSpPr/>
          <p:nvPr/>
        </p:nvSpPr>
        <p:spPr>
          <a:xfrm>
            <a:off x="3514592" y="1790768"/>
            <a:ext cx="2377076" cy="646331"/>
          </a:xfrm>
          <a:prstGeom prst="roundRect">
            <a:avLst>
              <a:gd name="adj" fmla="val 16667"/>
            </a:avLst>
          </a:prstGeom>
          <a:solidFill>
            <a:schemeClr val="accent1"/>
          </a:solidFill>
          <a:ln w="12700" cap="flat" cmpd="sng">
            <a:no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50000"/>
              </a:lnSpc>
              <a:spcBef>
                <a:spcPts val="0"/>
              </a:spcBef>
              <a:spcAft>
                <a:spcPts val="0"/>
              </a:spcAft>
              <a:buNone/>
            </a:pPr>
            <a:endParaRPr lang="vi-VN" sz="1800" dirty="0">
              <a:solidFill>
                <a:schemeClr val="lt1"/>
              </a:solidFill>
              <a:latin typeface="+mn-lt"/>
              <a:ea typeface="Times New Roman"/>
              <a:cs typeface="Calibri" panose="020F0502020204030204" pitchFamily="34" charset="0"/>
              <a:sym typeface="Times New Roman"/>
            </a:endParaRPr>
          </a:p>
        </p:txBody>
      </p:sp>
      <p:sp>
        <p:nvSpPr>
          <p:cNvPr id="18" name="Google Shape;144;p3">
            <a:extLst>
              <a:ext uri="{FF2B5EF4-FFF2-40B4-BE49-F238E27FC236}">
                <a16:creationId xmlns:a16="http://schemas.microsoft.com/office/drawing/2014/main" id="{9BFA9D3F-E574-E254-8F1C-28A6FD71022D}"/>
              </a:ext>
            </a:extLst>
          </p:cNvPr>
          <p:cNvSpPr/>
          <p:nvPr/>
        </p:nvSpPr>
        <p:spPr>
          <a:xfrm>
            <a:off x="742542" y="1786534"/>
            <a:ext cx="2377076" cy="646331"/>
          </a:xfrm>
          <a:prstGeom prst="roundRect">
            <a:avLst>
              <a:gd name="adj" fmla="val 16667"/>
            </a:avLst>
          </a:prstGeom>
          <a:solidFill>
            <a:schemeClr val="accent1"/>
          </a:solidFill>
          <a:ln w="12700" cap="flat" cmpd="sng">
            <a:no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50000"/>
              </a:lnSpc>
              <a:spcBef>
                <a:spcPts val="0"/>
              </a:spcBef>
              <a:spcAft>
                <a:spcPts val="0"/>
              </a:spcAft>
              <a:buNone/>
            </a:pPr>
            <a:endParaRPr lang="vi-VN" sz="1800" dirty="0">
              <a:solidFill>
                <a:schemeClr val="lt1"/>
              </a:solidFill>
              <a:latin typeface="+mn-lt"/>
              <a:ea typeface="Times New Roman"/>
              <a:cs typeface="Calibri" panose="020F0502020204030204" pitchFamily="34" charset="0"/>
              <a:sym typeface="Times New Roman"/>
            </a:endParaRPr>
          </a:p>
        </p:txBody>
      </p:sp>
      <p:sp>
        <p:nvSpPr>
          <p:cNvPr id="19" name="Google Shape;144;p3">
            <a:extLst>
              <a:ext uri="{FF2B5EF4-FFF2-40B4-BE49-F238E27FC236}">
                <a16:creationId xmlns:a16="http://schemas.microsoft.com/office/drawing/2014/main" id="{D97CBA04-DA53-348E-EEAD-0EEFE790BC77}"/>
              </a:ext>
            </a:extLst>
          </p:cNvPr>
          <p:cNvSpPr/>
          <p:nvPr/>
        </p:nvSpPr>
        <p:spPr>
          <a:xfrm>
            <a:off x="8982121" y="1782664"/>
            <a:ext cx="2377076" cy="646331"/>
          </a:xfrm>
          <a:prstGeom prst="roundRect">
            <a:avLst>
              <a:gd name="adj" fmla="val 16667"/>
            </a:avLst>
          </a:prstGeom>
          <a:solidFill>
            <a:schemeClr val="accent1"/>
          </a:solidFill>
          <a:ln w="12700" cap="flat" cmpd="sng">
            <a:no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50000"/>
              </a:lnSpc>
              <a:spcBef>
                <a:spcPts val="0"/>
              </a:spcBef>
              <a:spcAft>
                <a:spcPts val="0"/>
              </a:spcAft>
              <a:buNone/>
            </a:pPr>
            <a:endParaRPr lang="vi-VN" sz="1800" dirty="0">
              <a:solidFill>
                <a:schemeClr val="lt1"/>
              </a:solidFill>
              <a:latin typeface="+mn-lt"/>
              <a:ea typeface="Times New Roman"/>
              <a:cs typeface="Calibri" panose="020F0502020204030204" pitchFamily="34" charset="0"/>
              <a:sym typeface="Times New Roman"/>
            </a:endParaRPr>
          </a:p>
        </p:txBody>
      </p:sp>
      <p:sp>
        <p:nvSpPr>
          <p:cNvPr id="20" name="Hộp Văn bản 20">
            <a:extLst>
              <a:ext uri="{FF2B5EF4-FFF2-40B4-BE49-F238E27FC236}">
                <a16:creationId xmlns:a16="http://schemas.microsoft.com/office/drawing/2014/main" id="{2759263F-830E-4267-9C4B-B91EB0DCE673}"/>
              </a:ext>
            </a:extLst>
          </p:cNvPr>
          <p:cNvSpPr txBox="1"/>
          <p:nvPr/>
        </p:nvSpPr>
        <p:spPr>
          <a:xfrm>
            <a:off x="817545" y="1944157"/>
            <a:ext cx="2227069" cy="369332"/>
          </a:xfrm>
          <a:prstGeom prst="rect">
            <a:avLst/>
          </a:prstGeom>
          <a:noFill/>
        </p:spPr>
        <p:txBody>
          <a:bodyPr wrap="square">
            <a:spAutoFit/>
          </a:bodyPr>
          <a:lstStyle/>
          <a:p>
            <a:pPr marL="0" marR="0" lvl="0" indent="0" algn="ctr" rtl="0">
              <a:spcBef>
                <a:spcPts val="0"/>
              </a:spcBef>
              <a:spcAft>
                <a:spcPts val="0"/>
              </a:spcAft>
              <a:buNone/>
            </a:pPr>
            <a:r>
              <a:rPr lang="vi-VN" sz="1800" b="1" dirty="0">
                <a:solidFill>
                  <a:schemeClr val="bg1"/>
                </a:solidFill>
                <a:effectLst>
                  <a:glow rad="101600">
                    <a:schemeClr val="bg1">
                      <a:alpha val="27000"/>
                    </a:schemeClr>
                  </a:glow>
                </a:effectLst>
                <a:latin typeface="Arial (Thân)"/>
                <a:ea typeface="Times New Roman"/>
                <a:cs typeface="Calibri" panose="020F0502020204030204" pitchFamily="34" charset="0"/>
                <a:sym typeface="Times New Roman"/>
              </a:rPr>
              <a:t>TIỆN LỢI</a:t>
            </a:r>
          </a:p>
        </p:txBody>
      </p:sp>
      <p:sp>
        <p:nvSpPr>
          <p:cNvPr id="21" name="Hộp Văn bản 21">
            <a:extLst>
              <a:ext uri="{FF2B5EF4-FFF2-40B4-BE49-F238E27FC236}">
                <a16:creationId xmlns:a16="http://schemas.microsoft.com/office/drawing/2014/main" id="{F6E2715F-C496-5952-FA65-0591265E6463}"/>
              </a:ext>
            </a:extLst>
          </p:cNvPr>
          <p:cNvSpPr txBox="1"/>
          <p:nvPr/>
        </p:nvSpPr>
        <p:spPr>
          <a:xfrm>
            <a:off x="3589595" y="1941991"/>
            <a:ext cx="2227069" cy="369332"/>
          </a:xfrm>
          <a:prstGeom prst="rect">
            <a:avLst/>
          </a:prstGeom>
          <a:noFill/>
        </p:spPr>
        <p:txBody>
          <a:bodyPr wrap="square">
            <a:spAutoFit/>
          </a:bodyPr>
          <a:lstStyle/>
          <a:p>
            <a:pPr marL="0" marR="0" lvl="0" indent="0" algn="ctr" rtl="0">
              <a:spcBef>
                <a:spcPts val="0"/>
              </a:spcBef>
              <a:spcAft>
                <a:spcPts val="0"/>
              </a:spcAft>
              <a:buNone/>
            </a:pPr>
            <a:r>
              <a:rPr lang="vi-VN" sz="1800" b="1" dirty="0">
                <a:solidFill>
                  <a:schemeClr val="bg1"/>
                </a:solidFill>
                <a:effectLst>
                  <a:glow rad="101600">
                    <a:schemeClr val="bg1">
                      <a:alpha val="27000"/>
                    </a:schemeClr>
                  </a:glow>
                </a:effectLst>
                <a:latin typeface="Arial (Thân)"/>
                <a:ea typeface="Times New Roman"/>
                <a:cs typeface="Calibri" panose="020F0502020204030204" pitchFamily="34" charset="0"/>
                <a:sym typeface="Times New Roman"/>
              </a:rPr>
              <a:t>TIẾT KIỆM CHI PHÍ</a:t>
            </a:r>
          </a:p>
        </p:txBody>
      </p:sp>
      <p:sp>
        <p:nvSpPr>
          <p:cNvPr id="22" name="Hộp Văn bản 22">
            <a:extLst>
              <a:ext uri="{FF2B5EF4-FFF2-40B4-BE49-F238E27FC236}">
                <a16:creationId xmlns:a16="http://schemas.microsoft.com/office/drawing/2014/main" id="{E53508B6-070C-D757-A74C-E8FE3D992E15}"/>
              </a:ext>
            </a:extLst>
          </p:cNvPr>
          <p:cNvSpPr txBox="1"/>
          <p:nvPr/>
        </p:nvSpPr>
        <p:spPr>
          <a:xfrm>
            <a:off x="9090336" y="1814668"/>
            <a:ext cx="2227069" cy="646331"/>
          </a:xfrm>
          <a:prstGeom prst="rect">
            <a:avLst/>
          </a:prstGeom>
          <a:noFill/>
        </p:spPr>
        <p:txBody>
          <a:bodyPr wrap="square">
            <a:spAutoFit/>
          </a:bodyPr>
          <a:lstStyle/>
          <a:p>
            <a:pPr marL="0" marR="0" lvl="0" indent="0" algn="ctr" rtl="0">
              <a:spcBef>
                <a:spcPts val="0"/>
              </a:spcBef>
              <a:spcAft>
                <a:spcPts val="0"/>
              </a:spcAft>
              <a:buNone/>
            </a:pPr>
            <a:r>
              <a:rPr lang="vi-VN" sz="1800" b="1" dirty="0">
                <a:solidFill>
                  <a:schemeClr val="bg1"/>
                </a:solidFill>
                <a:effectLst>
                  <a:glow rad="101600">
                    <a:schemeClr val="bg1">
                      <a:alpha val="27000"/>
                    </a:schemeClr>
                  </a:glow>
                </a:effectLst>
                <a:latin typeface="Arial (Thân)"/>
                <a:ea typeface="Times New Roman"/>
                <a:cs typeface="Calibri" panose="020F0502020204030204" pitchFamily="34" charset="0"/>
                <a:sym typeface="Times New Roman"/>
              </a:rPr>
              <a:t>TIỀM NĂNG TĂNG TRƯỞNG LỚN</a:t>
            </a:r>
          </a:p>
        </p:txBody>
      </p:sp>
    </p:spTree>
  </p:cSld>
  <p:clrMapOvr>
    <a:masterClrMapping/>
  </p:clrMapOvr>
  <p:transition spd="med">
    <p:push/>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4"/>
          <p:cNvSpPr txBox="1">
            <a:spLocks noGrp="1"/>
          </p:cNvSpPr>
          <p:nvPr>
            <p:ph type="sldNum" idx="12"/>
          </p:nvPr>
        </p:nvSpPr>
        <p:spPr>
          <a:xfrm>
            <a:off x="9365511" y="6177074"/>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solidFill>
                  <a:srgbClr val="335338"/>
                </a:solidFill>
                <a:latin typeface="Times New Roman"/>
                <a:ea typeface="Times New Roman"/>
                <a:cs typeface="Times New Roman"/>
                <a:sym typeface="Times New Roman"/>
              </a:rPr>
              <a:t>4</a:t>
            </a:fld>
            <a:endParaRPr>
              <a:solidFill>
                <a:srgbClr val="335338"/>
              </a:solidFill>
              <a:latin typeface="Times New Roman"/>
              <a:ea typeface="Times New Roman"/>
              <a:cs typeface="Times New Roman"/>
              <a:sym typeface="Times New Roman"/>
            </a:endParaRPr>
          </a:p>
        </p:txBody>
      </p:sp>
      <p:sp>
        <p:nvSpPr>
          <p:cNvPr id="150" name="Google Shape;150;p4"/>
          <p:cNvSpPr txBox="1"/>
          <p:nvPr/>
        </p:nvSpPr>
        <p:spPr>
          <a:xfrm>
            <a:off x="1705510" y="183121"/>
            <a:ext cx="8527551" cy="635571"/>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accent4"/>
              </a:buClr>
              <a:buSzPts val="3300"/>
              <a:buFont typeface="Times New Roman"/>
              <a:buNone/>
            </a:pPr>
            <a:r>
              <a:rPr lang="en-US" sz="3300" b="1">
                <a:solidFill>
                  <a:schemeClr val="accent4"/>
                </a:solidFill>
                <a:latin typeface="Times New Roman"/>
                <a:ea typeface="Times New Roman"/>
                <a:cs typeface="Times New Roman"/>
                <a:sym typeface="Times New Roman"/>
              </a:rPr>
              <a:t>CÁC BƯỚC THỰC HIỆN</a:t>
            </a:r>
            <a:endParaRPr/>
          </a:p>
        </p:txBody>
      </p:sp>
      <p:sp>
        <p:nvSpPr>
          <p:cNvPr id="151" name="Google Shape;151;p4"/>
          <p:cNvSpPr txBox="1">
            <a:spLocks noGrp="1"/>
          </p:cNvSpPr>
          <p:nvPr>
            <p:ph type="ftr" idx="11"/>
          </p:nvPr>
        </p:nvSpPr>
        <p:spPr>
          <a:xfrm>
            <a:off x="10820400" y="6227135"/>
            <a:ext cx="13716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600"/>
              <a:buFont typeface="Times New Roman"/>
              <a:buNone/>
            </a:pPr>
            <a:r>
              <a:rPr lang="en-US" sz="1600" b="1">
                <a:solidFill>
                  <a:srgbClr val="FFFFFF"/>
                </a:solidFill>
                <a:latin typeface="Times New Roman"/>
                <a:ea typeface="Times New Roman"/>
                <a:cs typeface="Times New Roman"/>
                <a:sym typeface="Times New Roman"/>
              </a:rPr>
              <a:t>3</a:t>
            </a:r>
            <a:r>
              <a:rPr lang="en-US" sz="1600" b="1" i="0" u="none" strike="noStrike" cap="none">
                <a:solidFill>
                  <a:srgbClr val="FFFFFF"/>
                </a:solidFill>
                <a:latin typeface="Times New Roman"/>
                <a:ea typeface="Times New Roman"/>
                <a:cs typeface="Times New Roman"/>
                <a:sym typeface="Times New Roman"/>
              </a:rPr>
              <a:t>/23</a:t>
            </a:r>
            <a:endParaRPr/>
          </a:p>
        </p:txBody>
      </p:sp>
      <p:grpSp>
        <p:nvGrpSpPr>
          <p:cNvPr id="12" name="Group 11">
            <a:extLst>
              <a:ext uri="{FF2B5EF4-FFF2-40B4-BE49-F238E27FC236}">
                <a16:creationId xmlns:a16="http://schemas.microsoft.com/office/drawing/2014/main" id="{AD37A75B-DD8C-D2E0-BB00-0C05A310D08E}"/>
              </a:ext>
            </a:extLst>
          </p:cNvPr>
          <p:cNvGrpSpPr/>
          <p:nvPr/>
        </p:nvGrpSpPr>
        <p:grpSpPr>
          <a:xfrm>
            <a:off x="1075116" y="1895116"/>
            <a:ext cx="9388784" cy="1482439"/>
            <a:chOff x="1075116" y="1895116"/>
            <a:chExt cx="9388784" cy="1482439"/>
          </a:xfrm>
        </p:grpSpPr>
        <p:sp>
          <p:nvSpPr>
            <p:cNvPr id="13" name="Freeform: Shape 12">
              <a:extLst>
                <a:ext uri="{FF2B5EF4-FFF2-40B4-BE49-F238E27FC236}">
                  <a16:creationId xmlns:a16="http://schemas.microsoft.com/office/drawing/2014/main" id="{B4E3C5E0-B605-8822-77B4-C1D51BC8D52D}"/>
                </a:ext>
              </a:extLst>
            </p:cNvPr>
            <p:cNvSpPr/>
            <p:nvPr/>
          </p:nvSpPr>
          <p:spPr>
            <a:xfrm>
              <a:off x="1075116" y="1895116"/>
              <a:ext cx="2470732" cy="1482439"/>
            </a:xfrm>
            <a:custGeom>
              <a:avLst/>
              <a:gdLst>
                <a:gd name="connsiteX0" fmla="*/ 0 w 2470732"/>
                <a:gd name="connsiteY0" fmla="*/ 148244 h 1482439"/>
                <a:gd name="connsiteX1" fmla="*/ 148244 w 2470732"/>
                <a:gd name="connsiteY1" fmla="*/ 0 h 1482439"/>
                <a:gd name="connsiteX2" fmla="*/ 2322488 w 2470732"/>
                <a:gd name="connsiteY2" fmla="*/ 0 h 1482439"/>
                <a:gd name="connsiteX3" fmla="*/ 2470732 w 2470732"/>
                <a:gd name="connsiteY3" fmla="*/ 148244 h 1482439"/>
                <a:gd name="connsiteX4" fmla="*/ 2470732 w 2470732"/>
                <a:gd name="connsiteY4" fmla="*/ 1334195 h 1482439"/>
                <a:gd name="connsiteX5" fmla="*/ 2322488 w 2470732"/>
                <a:gd name="connsiteY5" fmla="*/ 1482439 h 1482439"/>
                <a:gd name="connsiteX6" fmla="*/ 148244 w 2470732"/>
                <a:gd name="connsiteY6" fmla="*/ 1482439 h 1482439"/>
                <a:gd name="connsiteX7" fmla="*/ 0 w 2470732"/>
                <a:gd name="connsiteY7" fmla="*/ 1334195 h 1482439"/>
                <a:gd name="connsiteX8" fmla="*/ 0 w 2470732"/>
                <a:gd name="connsiteY8" fmla="*/ 148244 h 1482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70732" h="1482439">
                  <a:moveTo>
                    <a:pt x="0" y="148244"/>
                  </a:moveTo>
                  <a:cubicBezTo>
                    <a:pt x="0" y="66371"/>
                    <a:pt x="66371" y="0"/>
                    <a:pt x="148244" y="0"/>
                  </a:cubicBezTo>
                  <a:lnTo>
                    <a:pt x="2322488" y="0"/>
                  </a:lnTo>
                  <a:cubicBezTo>
                    <a:pt x="2404361" y="0"/>
                    <a:pt x="2470732" y="66371"/>
                    <a:pt x="2470732" y="148244"/>
                  </a:cubicBezTo>
                  <a:lnTo>
                    <a:pt x="2470732" y="1334195"/>
                  </a:lnTo>
                  <a:cubicBezTo>
                    <a:pt x="2470732" y="1416068"/>
                    <a:pt x="2404361" y="1482439"/>
                    <a:pt x="2322488" y="1482439"/>
                  </a:cubicBezTo>
                  <a:lnTo>
                    <a:pt x="148244" y="1482439"/>
                  </a:lnTo>
                  <a:cubicBezTo>
                    <a:pt x="66371" y="1482439"/>
                    <a:pt x="0" y="1416068"/>
                    <a:pt x="0" y="1334195"/>
                  </a:cubicBezTo>
                  <a:lnTo>
                    <a:pt x="0" y="148244"/>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1999" tIns="111999" rIns="111999" bIns="111999" numCol="1" spcCol="1270" anchor="ctr" anchorCtr="0">
              <a:noAutofit/>
            </a:bodyPr>
            <a:lstStyle/>
            <a:p>
              <a:pPr marL="0" lvl="0" indent="0" algn="ctr" defTabSz="800100">
                <a:spcBef>
                  <a:spcPct val="0"/>
                </a:spcBef>
                <a:spcAft>
                  <a:spcPct val="35000"/>
                </a:spcAft>
                <a:buNone/>
              </a:pPr>
              <a:r>
                <a:rPr lang="en-US" sz="2200" kern="1200" dirty="0" err="1">
                  <a:latin typeface="Times New Roman" panose="02020603050405020304" pitchFamily="18" charset="0"/>
                  <a:cs typeface="Times New Roman" panose="02020603050405020304" pitchFamily="18" charset="0"/>
                </a:rPr>
                <a:t>Phân</a:t>
              </a:r>
              <a:r>
                <a:rPr lang="en-US" sz="2200" kern="1200" dirty="0">
                  <a:latin typeface="Times New Roman" panose="02020603050405020304" pitchFamily="18" charset="0"/>
                  <a:cs typeface="Times New Roman" panose="02020603050405020304" pitchFamily="18" charset="0"/>
                </a:rPr>
                <a:t> </a:t>
              </a:r>
              <a:r>
                <a:rPr lang="en-US" sz="2200" kern="1200" dirty="0" err="1">
                  <a:latin typeface="Times New Roman" panose="02020603050405020304" pitchFamily="18" charset="0"/>
                  <a:cs typeface="Times New Roman" panose="02020603050405020304" pitchFamily="18" charset="0"/>
                </a:rPr>
                <a:t>tích</a:t>
              </a:r>
              <a:r>
                <a:rPr lang="en-US" sz="2200" kern="1200" dirty="0">
                  <a:latin typeface="Times New Roman" panose="02020603050405020304" pitchFamily="18" charset="0"/>
                  <a:cs typeface="Times New Roman" panose="02020603050405020304" pitchFamily="18" charset="0"/>
                </a:rPr>
                <a:t> </a:t>
              </a:r>
              <a:r>
                <a:rPr lang="en-US" sz="2200" kern="1200" dirty="0" err="1">
                  <a:latin typeface="Times New Roman" panose="02020603050405020304" pitchFamily="18" charset="0"/>
                  <a:cs typeface="Times New Roman" panose="02020603050405020304" pitchFamily="18" charset="0"/>
                </a:rPr>
                <a:t>và</a:t>
              </a:r>
              <a:r>
                <a:rPr lang="en-US" sz="2200" kern="1200" dirty="0">
                  <a:latin typeface="Times New Roman" panose="02020603050405020304" pitchFamily="18" charset="0"/>
                  <a:cs typeface="Times New Roman" panose="02020603050405020304" pitchFamily="18" charset="0"/>
                </a:rPr>
                <a:t> </a:t>
              </a:r>
              <a:r>
                <a:rPr lang="en-US" sz="2200" kern="1200" dirty="0" err="1">
                  <a:latin typeface="Times New Roman" panose="02020603050405020304" pitchFamily="18" charset="0"/>
                  <a:cs typeface="Times New Roman" panose="02020603050405020304" pitchFamily="18" charset="0"/>
                </a:rPr>
                <a:t>khảo</a:t>
              </a:r>
              <a:r>
                <a:rPr lang="en-US" sz="2200" kern="1200" dirty="0">
                  <a:latin typeface="Times New Roman" panose="02020603050405020304" pitchFamily="18" charset="0"/>
                  <a:cs typeface="Times New Roman" panose="02020603050405020304" pitchFamily="18" charset="0"/>
                </a:rPr>
                <a:t> </a:t>
              </a:r>
              <a:r>
                <a:rPr lang="en-US" sz="2200" kern="1200" dirty="0" err="1">
                  <a:latin typeface="Times New Roman" panose="02020603050405020304" pitchFamily="18" charset="0"/>
                  <a:cs typeface="Times New Roman" panose="02020603050405020304" pitchFamily="18" charset="0"/>
                </a:rPr>
                <a:t>khảo</a:t>
              </a:r>
              <a:r>
                <a:rPr lang="en-US" sz="2200" kern="1200" dirty="0">
                  <a:latin typeface="Times New Roman" panose="02020603050405020304" pitchFamily="18" charset="0"/>
                  <a:cs typeface="Times New Roman" panose="02020603050405020304" pitchFamily="18" charset="0"/>
                </a:rPr>
                <a:t> </a:t>
              </a:r>
              <a:r>
                <a:rPr lang="en-US" sz="2200" kern="1200" dirty="0" err="1">
                  <a:latin typeface="Times New Roman" panose="02020603050405020304" pitchFamily="18" charset="0"/>
                  <a:cs typeface="Times New Roman" panose="02020603050405020304" pitchFamily="18" charset="0"/>
                </a:rPr>
                <a:t>sát</a:t>
              </a:r>
              <a:r>
                <a:rPr lang="en-US" sz="2200" kern="1200" dirty="0">
                  <a:latin typeface="Times New Roman" panose="02020603050405020304" pitchFamily="18" charset="0"/>
                  <a:cs typeface="Times New Roman" panose="02020603050405020304" pitchFamily="18" charset="0"/>
                </a:rPr>
                <a:t> </a:t>
              </a:r>
              <a:r>
                <a:rPr lang="en-US" sz="2200" kern="1200" dirty="0" err="1">
                  <a:latin typeface="Times New Roman" panose="02020603050405020304" pitchFamily="18" charset="0"/>
                  <a:cs typeface="Times New Roman" panose="02020603050405020304" pitchFamily="18" charset="0"/>
                </a:rPr>
                <a:t>trang</a:t>
              </a:r>
              <a:r>
                <a:rPr lang="en-US" sz="2200" kern="1200" dirty="0">
                  <a:latin typeface="Times New Roman" panose="02020603050405020304" pitchFamily="18" charset="0"/>
                  <a:cs typeface="Times New Roman" panose="02020603050405020304" pitchFamily="18" charset="0"/>
                </a:rPr>
                <a:t> web </a:t>
              </a:r>
              <a:r>
                <a:rPr lang="en-US" sz="2200" kern="1200" dirty="0" err="1">
                  <a:latin typeface="Times New Roman" panose="02020603050405020304" pitchFamily="18" charset="0"/>
                  <a:cs typeface="Times New Roman" panose="02020603050405020304" pitchFamily="18" charset="0"/>
                </a:rPr>
                <a:t>thương</a:t>
              </a:r>
              <a:r>
                <a:rPr lang="en-US" sz="2200" kern="1200" dirty="0">
                  <a:latin typeface="Times New Roman" panose="02020603050405020304" pitchFamily="18" charset="0"/>
                  <a:cs typeface="Times New Roman" panose="02020603050405020304" pitchFamily="18" charset="0"/>
                </a:rPr>
                <a:t> </a:t>
              </a:r>
              <a:r>
                <a:rPr lang="en-US" sz="2200" kern="1200" dirty="0" err="1">
                  <a:latin typeface="Times New Roman" panose="02020603050405020304" pitchFamily="18" charset="0"/>
                  <a:cs typeface="Times New Roman" panose="02020603050405020304" pitchFamily="18" charset="0"/>
                </a:rPr>
                <a:t>mại</a:t>
              </a:r>
              <a:r>
                <a:rPr lang="en-US" sz="2200" kern="1200" dirty="0">
                  <a:latin typeface="Times New Roman" panose="02020603050405020304" pitchFamily="18" charset="0"/>
                  <a:cs typeface="Times New Roman" panose="02020603050405020304" pitchFamily="18" charset="0"/>
                </a:rPr>
                <a:t> </a:t>
              </a:r>
              <a:r>
                <a:rPr lang="en-US" sz="2200" kern="1200" dirty="0" err="1">
                  <a:latin typeface="Times New Roman" panose="02020603050405020304" pitchFamily="18" charset="0"/>
                  <a:cs typeface="Times New Roman" panose="02020603050405020304" pitchFamily="18" charset="0"/>
                </a:rPr>
                <a:t>điện</a:t>
              </a:r>
              <a:r>
                <a:rPr lang="en-US" sz="2200" kern="1200" dirty="0">
                  <a:latin typeface="Times New Roman" panose="02020603050405020304" pitchFamily="18" charset="0"/>
                  <a:cs typeface="Times New Roman" panose="02020603050405020304" pitchFamily="18" charset="0"/>
                </a:rPr>
                <a:t> </a:t>
              </a:r>
              <a:r>
                <a:rPr lang="en-US" sz="2200" kern="1200" dirty="0" err="1">
                  <a:latin typeface="Times New Roman" panose="02020603050405020304" pitchFamily="18" charset="0"/>
                  <a:cs typeface="Times New Roman" panose="02020603050405020304" pitchFamily="18" charset="0"/>
                </a:rPr>
                <a:t>tử</a:t>
              </a:r>
              <a:endParaRPr lang="vi-VN" sz="2200" kern="1200" dirty="0">
                <a:latin typeface="Times New Roman" panose="02020603050405020304" pitchFamily="18" charset="0"/>
                <a:cs typeface="Times New Roman" panose="02020603050405020304" pitchFamily="18" charset="0"/>
              </a:endParaRPr>
            </a:p>
          </p:txBody>
        </p:sp>
        <p:sp>
          <p:nvSpPr>
            <p:cNvPr id="14" name="Freeform: Shape 13">
              <a:extLst>
                <a:ext uri="{FF2B5EF4-FFF2-40B4-BE49-F238E27FC236}">
                  <a16:creationId xmlns:a16="http://schemas.microsoft.com/office/drawing/2014/main" id="{8A41B9C6-84E7-EDE3-0376-0163C671FF8B}"/>
                </a:ext>
              </a:extLst>
            </p:cNvPr>
            <p:cNvSpPr/>
            <p:nvPr/>
          </p:nvSpPr>
          <p:spPr>
            <a:xfrm>
              <a:off x="3792922" y="2329965"/>
              <a:ext cx="523795" cy="612741"/>
            </a:xfrm>
            <a:custGeom>
              <a:avLst/>
              <a:gdLst>
                <a:gd name="connsiteX0" fmla="*/ 0 w 523795"/>
                <a:gd name="connsiteY0" fmla="*/ 122548 h 612741"/>
                <a:gd name="connsiteX1" fmla="*/ 261898 w 523795"/>
                <a:gd name="connsiteY1" fmla="*/ 122548 h 612741"/>
                <a:gd name="connsiteX2" fmla="*/ 261898 w 523795"/>
                <a:gd name="connsiteY2" fmla="*/ 0 h 612741"/>
                <a:gd name="connsiteX3" fmla="*/ 523795 w 523795"/>
                <a:gd name="connsiteY3" fmla="*/ 306371 h 612741"/>
                <a:gd name="connsiteX4" fmla="*/ 261898 w 523795"/>
                <a:gd name="connsiteY4" fmla="*/ 612741 h 612741"/>
                <a:gd name="connsiteX5" fmla="*/ 261898 w 523795"/>
                <a:gd name="connsiteY5" fmla="*/ 490193 h 612741"/>
                <a:gd name="connsiteX6" fmla="*/ 0 w 523795"/>
                <a:gd name="connsiteY6" fmla="*/ 490193 h 612741"/>
                <a:gd name="connsiteX7" fmla="*/ 0 w 523795"/>
                <a:gd name="connsiteY7" fmla="*/ 122548 h 612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795" h="612741">
                  <a:moveTo>
                    <a:pt x="0" y="122548"/>
                  </a:moveTo>
                  <a:lnTo>
                    <a:pt x="261898" y="122548"/>
                  </a:lnTo>
                  <a:lnTo>
                    <a:pt x="261898" y="0"/>
                  </a:lnTo>
                  <a:lnTo>
                    <a:pt x="523795" y="306371"/>
                  </a:lnTo>
                  <a:lnTo>
                    <a:pt x="261898" y="612741"/>
                  </a:lnTo>
                  <a:lnTo>
                    <a:pt x="261898" y="490193"/>
                  </a:lnTo>
                  <a:lnTo>
                    <a:pt x="0" y="490193"/>
                  </a:lnTo>
                  <a:lnTo>
                    <a:pt x="0" y="122548"/>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0" tIns="122548" rIns="157138" bIns="122548" numCol="1" spcCol="1270" anchor="ctr" anchorCtr="0">
              <a:noAutofit/>
            </a:bodyPr>
            <a:lstStyle/>
            <a:p>
              <a:pPr marL="0" lvl="0" indent="0" algn="ctr" defTabSz="1200150">
                <a:lnSpc>
                  <a:spcPct val="90000"/>
                </a:lnSpc>
                <a:spcBef>
                  <a:spcPct val="0"/>
                </a:spcBef>
                <a:spcAft>
                  <a:spcPct val="35000"/>
                </a:spcAft>
                <a:buNone/>
              </a:pPr>
              <a:endParaRPr lang="vi-VN" sz="2700" kern="1200"/>
            </a:p>
          </p:txBody>
        </p:sp>
        <p:sp>
          <p:nvSpPr>
            <p:cNvPr id="15" name="Freeform: Shape 14">
              <a:extLst>
                <a:ext uri="{FF2B5EF4-FFF2-40B4-BE49-F238E27FC236}">
                  <a16:creationId xmlns:a16="http://schemas.microsoft.com/office/drawing/2014/main" id="{7D837ADF-5402-C5D9-38B8-3D42A4D26658}"/>
                </a:ext>
              </a:extLst>
            </p:cNvPr>
            <p:cNvSpPr/>
            <p:nvPr/>
          </p:nvSpPr>
          <p:spPr>
            <a:xfrm>
              <a:off x="4534142" y="1895116"/>
              <a:ext cx="2470732" cy="1482439"/>
            </a:xfrm>
            <a:custGeom>
              <a:avLst/>
              <a:gdLst>
                <a:gd name="connsiteX0" fmla="*/ 0 w 2470732"/>
                <a:gd name="connsiteY0" fmla="*/ 148244 h 1482439"/>
                <a:gd name="connsiteX1" fmla="*/ 148244 w 2470732"/>
                <a:gd name="connsiteY1" fmla="*/ 0 h 1482439"/>
                <a:gd name="connsiteX2" fmla="*/ 2322488 w 2470732"/>
                <a:gd name="connsiteY2" fmla="*/ 0 h 1482439"/>
                <a:gd name="connsiteX3" fmla="*/ 2470732 w 2470732"/>
                <a:gd name="connsiteY3" fmla="*/ 148244 h 1482439"/>
                <a:gd name="connsiteX4" fmla="*/ 2470732 w 2470732"/>
                <a:gd name="connsiteY4" fmla="*/ 1334195 h 1482439"/>
                <a:gd name="connsiteX5" fmla="*/ 2322488 w 2470732"/>
                <a:gd name="connsiteY5" fmla="*/ 1482439 h 1482439"/>
                <a:gd name="connsiteX6" fmla="*/ 148244 w 2470732"/>
                <a:gd name="connsiteY6" fmla="*/ 1482439 h 1482439"/>
                <a:gd name="connsiteX7" fmla="*/ 0 w 2470732"/>
                <a:gd name="connsiteY7" fmla="*/ 1334195 h 1482439"/>
                <a:gd name="connsiteX8" fmla="*/ 0 w 2470732"/>
                <a:gd name="connsiteY8" fmla="*/ 148244 h 1482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70732" h="1482439">
                  <a:moveTo>
                    <a:pt x="0" y="148244"/>
                  </a:moveTo>
                  <a:cubicBezTo>
                    <a:pt x="0" y="66371"/>
                    <a:pt x="66371" y="0"/>
                    <a:pt x="148244" y="0"/>
                  </a:cubicBezTo>
                  <a:lnTo>
                    <a:pt x="2322488" y="0"/>
                  </a:lnTo>
                  <a:cubicBezTo>
                    <a:pt x="2404361" y="0"/>
                    <a:pt x="2470732" y="66371"/>
                    <a:pt x="2470732" y="148244"/>
                  </a:cubicBezTo>
                  <a:lnTo>
                    <a:pt x="2470732" y="1334195"/>
                  </a:lnTo>
                  <a:cubicBezTo>
                    <a:pt x="2470732" y="1416068"/>
                    <a:pt x="2404361" y="1482439"/>
                    <a:pt x="2322488" y="1482439"/>
                  </a:cubicBezTo>
                  <a:lnTo>
                    <a:pt x="148244" y="1482439"/>
                  </a:lnTo>
                  <a:cubicBezTo>
                    <a:pt x="66371" y="1482439"/>
                    <a:pt x="0" y="1416068"/>
                    <a:pt x="0" y="1334195"/>
                  </a:cubicBezTo>
                  <a:lnTo>
                    <a:pt x="0" y="148244"/>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1999" tIns="111999" rIns="111999" bIns="111999" numCol="1" spcCol="1270" anchor="ctr" anchorCtr="0">
              <a:noAutofit/>
            </a:bodyPr>
            <a:lstStyle/>
            <a:p>
              <a:pPr marL="0" lvl="0" indent="0" algn="ctr" defTabSz="800100">
                <a:spcBef>
                  <a:spcPct val="0"/>
                </a:spcBef>
                <a:spcAft>
                  <a:spcPct val="35000"/>
                </a:spcAft>
                <a:buNone/>
              </a:pPr>
              <a:r>
                <a:rPr lang="en-US" sz="2200" kern="1200">
                  <a:latin typeface="Times New Roman" panose="02020603050405020304" pitchFamily="18" charset="0"/>
                  <a:cs typeface="Times New Roman" panose="02020603050405020304" pitchFamily="18" charset="0"/>
                </a:rPr>
                <a:t>Lựa chọn công nghệ để xây dựng trang web</a:t>
              </a:r>
              <a:endParaRPr lang="vi-VN" sz="2200" kern="1200">
                <a:latin typeface="Times New Roman" panose="02020603050405020304" pitchFamily="18" charset="0"/>
                <a:cs typeface="Times New Roman" panose="02020603050405020304" pitchFamily="18" charset="0"/>
              </a:endParaRPr>
            </a:p>
          </p:txBody>
        </p:sp>
        <p:sp>
          <p:nvSpPr>
            <p:cNvPr id="16" name="Freeform: Shape 15">
              <a:extLst>
                <a:ext uri="{FF2B5EF4-FFF2-40B4-BE49-F238E27FC236}">
                  <a16:creationId xmlns:a16="http://schemas.microsoft.com/office/drawing/2014/main" id="{65966E95-EA45-6AB9-B781-81C9878DDB8F}"/>
                </a:ext>
              </a:extLst>
            </p:cNvPr>
            <p:cNvSpPr/>
            <p:nvPr/>
          </p:nvSpPr>
          <p:spPr>
            <a:xfrm>
              <a:off x="7251948" y="2329965"/>
              <a:ext cx="523795" cy="612741"/>
            </a:xfrm>
            <a:custGeom>
              <a:avLst/>
              <a:gdLst>
                <a:gd name="connsiteX0" fmla="*/ 0 w 523795"/>
                <a:gd name="connsiteY0" fmla="*/ 122548 h 612741"/>
                <a:gd name="connsiteX1" fmla="*/ 261898 w 523795"/>
                <a:gd name="connsiteY1" fmla="*/ 122548 h 612741"/>
                <a:gd name="connsiteX2" fmla="*/ 261898 w 523795"/>
                <a:gd name="connsiteY2" fmla="*/ 0 h 612741"/>
                <a:gd name="connsiteX3" fmla="*/ 523795 w 523795"/>
                <a:gd name="connsiteY3" fmla="*/ 306371 h 612741"/>
                <a:gd name="connsiteX4" fmla="*/ 261898 w 523795"/>
                <a:gd name="connsiteY4" fmla="*/ 612741 h 612741"/>
                <a:gd name="connsiteX5" fmla="*/ 261898 w 523795"/>
                <a:gd name="connsiteY5" fmla="*/ 490193 h 612741"/>
                <a:gd name="connsiteX6" fmla="*/ 0 w 523795"/>
                <a:gd name="connsiteY6" fmla="*/ 490193 h 612741"/>
                <a:gd name="connsiteX7" fmla="*/ 0 w 523795"/>
                <a:gd name="connsiteY7" fmla="*/ 122548 h 612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3795" h="612741">
                  <a:moveTo>
                    <a:pt x="0" y="122548"/>
                  </a:moveTo>
                  <a:lnTo>
                    <a:pt x="261898" y="122548"/>
                  </a:lnTo>
                  <a:lnTo>
                    <a:pt x="261898" y="0"/>
                  </a:lnTo>
                  <a:lnTo>
                    <a:pt x="523795" y="306371"/>
                  </a:lnTo>
                  <a:lnTo>
                    <a:pt x="261898" y="612741"/>
                  </a:lnTo>
                  <a:lnTo>
                    <a:pt x="261898" y="490193"/>
                  </a:lnTo>
                  <a:lnTo>
                    <a:pt x="0" y="490193"/>
                  </a:lnTo>
                  <a:lnTo>
                    <a:pt x="0" y="122548"/>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0" tIns="122548" rIns="157138" bIns="122548" numCol="1" spcCol="1270" anchor="ctr" anchorCtr="0">
              <a:noAutofit/>
            </a:bodyPr>
            <a:lstStyle/>
            <a:p>
              <a:pPr marL="0" lvl="0" indent="0" algn="ctr" defTabSz="1200150">
                <a:lnSpc>
                  <a:spcPct val="90000"/>
                </a:lnSpc>
                <a:spcBef>
                  <a:spcPct val="0"/>
                </a:spcBef>
                <a:spcAft>
                  <a:spcPct val="35000"/>
                </a:spcAft>
                <a:buNone/>
              </a:pPr>
              <a:endParaRPr lang="vi-VN" sz="2700" kern="1200"/>
            </a:p>
          </p:txBody>
        </p:sp>
        <p:sp>
          <p:nvSpPr>
            <p:cNvPr id="17" name="Freeform: Shape 16">
              <a:extLst>
                <a:ext uri="{FF2B5EF4-FFF2-40B4-BE49-F238E27FC236}">
                  <a16:creationId xmlns:a16="http://schemas.microsoft.com/office/drawing/2014/main" id="{D8CE03A2-AE6D-3292-F9D5-5654EA55A090}"/>
                </a:ext>
              </a:extLst>
            </p:cNvPr>
            <p:cNvSpPr/>
            <p:nvPr/>
          </p:nvSpPr>
          <p:spPr>
            <a:xfrm>
              <a:off x="7993168" y="1895116"/>
              <a:ext cx="2470732" cy="1482439"/>
            </a:xfrm>
            <a:custGeom>
              <a:avLst/>
              <a:gdLst>
                <a:gd name="connsiteX0" fmla="*/ 0 w 2470732"/>
                <a:gd name="connsiteY0" fmla="*/ 148244 h 1482439"/>
                <a:gd name="connsiteX1" fmla="*/ 148244 w 2470732"/>
                <a:gd name="connsiteY1" fmla="*/ 0 h 1482439"/>
                <a:gd name="connsiteX2" fmla="*/ 2322488 w 2470732"/>
                <a:gd name="connsiteY2" fmla="*/ 0 h 1482439"/>
                <a:gd name="connsiteX3" fmla="*/ 2470732 w 2470732"/>
                <a:gd name="connsiteY3" fmla="*/ 148244 h 1482439"/>
                <a:gd name="connsiteX4" fmla="*/ 2470732 w 2470732"/>
                <a:gd name="connsiteY4" fmla="*/ 1334195 h 1482439"/>
                <a:gd name="connsiteX5" fmla="*/ 2322488 w 2470732"/>
                <a:gd name="connsiteY5" fmla="*/ 1482439 h 1482439"/>
                <a:gd name="connsiteX6" fmla="*/ 148244 w 2470732"/>
                <a:gd name="connsiteY6" fmla="*/ 1482439 h 1482439"/>
                <a:gd name="connsiteX7" fmla="*/ 0 w 2470732"/>
                <a:gd name="connsiteY7" fmla="*/ 1334195 h 1482439"/>
                <a:gd name="connsiteX8" fmla="*/ 0 w 2470732"/>
                <a:gd name="connsiteY8" fmla="*/ 148244 h 1482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70732" h="1482439">
                  <a:moveTo>
                    <a:pt x="0" y="148244"/>
                  </a:moveTo>
                  <a:cubicBezTo>
                    <a:pt x="0" y="66371"/>
                    <a:pt x="66371" y="0"/>
                    <a:pt x="148244" y="0"/>
                  </a:cubicBezTo>
                  <a:lnTo>
                    <a:pt x="2322488" y="0"/>
                  </a:lnTo>
                  <a:cubicBezTo>
                    <a:pt x="2404361" y="0"/>
                    <a:pt x="2470732" y="66371"/>
                    <a:pt x="2470732" y="148244"/>
                  </a:cubicBezTo>
                  <a:lnTo>
                    <a:pt x="2470732" y="1334195"/>
                  </a:lnTo>
                  <a:cubicBezTo>
                    <a:pt x="2470732" y="1416068"/>
                    <a:pt x="2404361" y="1482439"/>
                    <a:pt x="2322488" y="1482439"/>
                  </a:cubicBezTo>
                  <a:lnTo>
                    <a:pt x="148244" y="1482439"/>
                  </a:lnTo>
                  <a:cubicBezTo>
                    <a:pt x="66371" y="1482439"/>
                    <a:pt x="0" y="1416068"/>
                    <a:pt x="0" y="1334195"/>
                  </a:cubicBezTo>
                  <a:lnTo>
                    <a:pt x="0" y="148244"/>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11999" tIns="111999" rIns="111999" bIns="111999" numCol="1" spcCol="1270" anchor="ctr" anchorCtr="0">
              <a:noAutofit/>
            </a:bodyPr>
            <a:lstStyle/>
            <a:p>
              <a:pPr marL="0" lvl="0" indent="0" algn="ctr" defTabSz="800100">
                <a:spcBef>
                  <a:spcPct val="0"/>
                </a:spcBef>
                <a:spcAft>
                  <a:spcPct val="35000"/>
                </a:spcAft>
                <a:buNone/>
              </a:pPr>
              <a:r>
                <a:rPr lang="en-US" sz="2200" kern="1200">
                  <a:latin typeface="Times New Roman" panose="02020603050405020304" pitchFamily="18" charset="0"/>
                  <a:cs typeface="Times New Roman" panose="02020603050405020304" pitchFamily="18" charset="0"/>
                </a:rPr>
                <a:t>Phân tích, đặc tả, thiết kế hệ thống</a:t>
              </a:r>
              <a:endParaRPr lang="vi-VN" sz="2200" kern="1200">
                <a:latin typeface="Times New Roman" panose="02020603050405020304" pitchFamily="18" charset="0"/>
                <a:cs typeface="Times New Roman" panose="02020603050405020304" pitchFamily="18" charset="0"/>
              </a:endParaRPr>
            </a:p>
          </p:txBody>
        </p:sp>
      </p:grpSp>
      <p:sp>
        <p:nvSpPr>
          <p:cNvPr id="6" name="Freeform: Shape 5">
            <a:extLst>
              <a:ext uri="{FF2B5EF4-FFF2-40B4-BE49-F238E27FC236}">
                <a16:creationId xmlns:a16="http://schemas.microsoft.com/office/drawing/2014/main" id="{A23C7370-D952-F899-6A1D-5B503ABAE480}"/>
              </a:ext>
            </a:extLst>
          </p:cNvPr>
          <p:cNvSpPr/>
          <p:nvPr/>
        </p:nvSpPr>
        <p:spPr>
          <a:xfrm rot="10800000">
            <a:off x="7246122" y="4616221"/>
            <a:ext cx="529621" cy="612961"/>
          </a:xfrm>
          <a:custGeom>
            <a:avLst/>
            <a:gdLst>
              <a:gd name="connsiteX0" fmla="*/ 0 w 452659"/>
              <a:gd name="connsiteY0" fmla="*/ 105905 h 529526"/>
              <a:gd name="connsiteX1" fmla="*/ 226330 w 452659"/>
              <a:gd name="connsiteY1" fmla="*/ 105905 h 529526"/>
              <a:gd name="connsiteX2" fmla="*/ 226330 w 452659"/>
              <a:gd name="connsiteY2" fmla="*/ 0 h 529526"/>
              <a:gd name="connsiteX3" fmla="*/ 452659 w 452659"/>
              <a:gd name="connsiteY3" fmla="*/ 264763 h 529526"/>
              <a:gd name="connsiteX4" fmla="*/ 226330 w 452659"/>
              <a:gd name="connsiteY4" fmla="*/ 529526 h 529526"/>
              <a:gd name="connsiteX5" fmla="*/ 226330 w 452659"/>
              <a:gd name="connsiteY5" fmla="*/ 423621 h 529526"/>
              <a:gd name="connsiteX6" fmla="*/ 0 w 452659"/>
              <a:gd name="connsiteY6" fmla="*/ 423621 h 529526"/>
              <a:gd name="connsiteX7" fmla="*/ 0 w 452659"/>
              <a:gd name="connsiteY7" fmla="*/ 105905 h 529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2659" h="529526">
                <a:moveTo>
                  <a:pt x="0" y="105905"/>
                </a:moveTo>
                <a:lnTo>
                  <a:pt x="226330" y="105905"/>
                </a:lnTo>
                <a:lnTo>
                  <a:pt x="226330" y="0"/>
                </a:lnTo>
                <a:lnTo>
                  <a:pt x="452659" y="264763"/>
                </a:lnTo>
                <a:lnTo>
                  <a:pt x="226330" y="529526"/>
                </a:lnTo>
                <a:lnTo>
                  <a:pt x="226330" y="423621"/>
                </a:lnTo>
                <a:lnTo>
                  <a:pt x="0" y="423621"/>
                </a:lnTo>
                <a:lnTo>
                  <a:pt x="0" y="105905"/>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0" tIns="105905" rIns="135798" bIns="105905" numCol="1" spcCol="1270" anchor="ctr" anchorCtr="0">
            <a:noAutofit/>
          </a:bodyPr>
          <a:lstStyle/>
          <a:p>
            <a:pPr marL="0" lvl="0" indent="0" algn="ctr" defTabSz="1066800">
              <a:lnSpc>
                <a:spcPct val="90000"/>
              </a:lnSpc>
              <a:spcBef>
                <a:spcPct val="0"/>
              </a:spcBef>
              <a:spcAft>
                <a:spcPct val="35000"/>
              </a:spcAft>
              <a:buNone/>
            </a:pPr>
            <a:endParaRPr lang="vi-VN" sz="1800" kern="1200">
              <a:latin typeface="+mj-lt"/>
            </a:endParaRPr>
          </a:p>
        </p:txBody>
      </p:sp>
      <p:sp>
        <p:nvSpPr>
          <p:cNvPr id="5" name="Freeform: Shape 4">
            <a:extLst>
              <a:ext uri="{FF2B5EF4-FFF2-40B4-BE49-F238E27FC236}">
                <a16:creationId xmlns:a16="http://schemas.microsoft.com/office/drawing/2014/main" id="{5F5C3335-2DE4-0244-E702-0D5318AFEC6F}"/>
              </a:ext>
            </a:extLst>
          </p:cNvPr>
          <p:cNvSpPr/>
          <p:nvPr/>
        </p:nvSpPr>
        <p:spPr>
          <a:xfrm>
            <a:off x="7982726" y="4181216"/>
            <a:ext cx="2603742" cy="1482972"/>
          </a:xfrm>
          <a:custGeom>
            <a:avLst/>
            <a:gdLst>
              <a:gd name="connsiteX0" fmla="*/ 0 w 2135187"/>
              <a:gd name="connsiteY0" fmla="*/ 128111 h 1281112"/>
              <a:gd name="connsiteX1" fmla="*/ 128111 w 2135187"/>
              <a:gd name="connsiteY1" fmla="*/ 0 h 1281112"/>
              <a:gd name="connsiteX2" fmla="*/ 2007076 w 2135187"/>
              <a:gd name="connsiteY2" fmla="*/ 0 h 1281112"/>
              <a:gd name="connsiteX3" fmla="*/ 2135187 w 2135187"/>
              <a:gd name="connsiteY3" fmla="*/ 128111 h 1281112"/>
              <a:gd name="connsiteX4" fmla="*/ 2135187 w 2135187"/>
              <a:gd name="connsiteY4" fmla="*/ 1153001 h 1281112"/>
              <a:gd name="connsiteX5" fmla="*/ 2007076 w 2135187"/>
              <a:gd name="connsiteY5" fmla="*/ 1281112 h 1281112"/>
              <a:gd name="connsiteX6" fmla="*/ 128111 w 2135187"/>
              <a:gd name="connsiteY6" fmla="*/ 1281112 h 1281112"/>
              <a:gd name="connsiteX7" fmla="*/ 0 w 2135187"/>
              <a:gd name="connsiteY7" fmla="*/ 1153001 h 1281112"/>
              <a:gd name="connsiteX8" fmla="*/ 0 w 2135187"/>
              <a:gd name="connsiteY8" fmla="*/ 128111 h 1281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5187" h="1281112">
                <a:moveTo>
                  <a:pt x="0" y="128111"/>
                </a:moveTo>
                <a:cubicBezTo>
                  <a:pt x="0" y="57357"/>
                  <a:pt x="57357" y="0"/>
                  <a:pt x="128111" y="0"/>
                </a:cubicBezTo>
                <a:lnTo>
                  <a:pt x="2007076" y="0"/>
                </a:lnTo>
                <a:cubicBezTo>
                  <a:pt x="2077830" y="0"/>
                  <a:pt x="2135187" y="57357"/>
                  <a:pt x="2135187" y="128111"/>
                </a:cubicBezTo>
                <a:lnTo>
                  <a:pt x="2135187" y="1153001"/>
                </a:lnTo>
                <a:cubicBezTo>
                  <a:pt x="2135187" y="1223755"/>
                  <a:pt x="2077830" y="1281112"/>
                  <a:pt x="2007076" y="1281112"/>
                </a:cubicBezTo>
                <a:lnTo>
                  <a:pt x="128111" y="1281112"/>
                </a:lnTo>
                <a:cubicBezTo>
                  <a:pt x="57357" y="1281112"/>
                  <a:pt x="0" y="1223755"/>
                  <a:pt x="0" y="1153001"/>
                </a:cubicBezTo>
                <a:lnTo>
                  <a:pt x="0" y="128111"/>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43262" tIns="243262" rIns="243262" bIns="243262" numCol="1" spcCol="1270" anchor="ctr" anchorCtr="0">
            <a:noAutofit/>
          </a:bodyPr>
          <a:lstStyle/>
          <a:p>
            <a:pPr marL="0" lvl="0" indent="0" algn="ctr" defTabSz="2400300">
              <a:spcBef>
                <a:spcPct val="0"/>
              </a:spcBef>
              <a:spcAft>
                <a:spcPct val="35000"/>
              </a:spcAft>
              <a:buNone/>
            </a:pPr>
            <a:r>
              <a:rPr lang="en-US" sz="2200" kern="1200">
                <a:latin typeface="Times New Roman" panose="02020603050405020304" pitchFamily="18" charset="0"/>
                <a:cs typeface="Times New Roman" panose="02020603050405020304" pitchFamily="18" charset="0"/>
              </a:rPr>
              <a:t>Cài đặt và xây dựng chương trình</a:t>
            </a:r>
            <a:endParaRPr lang="vi-VN" sz="2200" kern="1200">
              <a:latin typeface="Times New Roman" panose="02020603050405020304" pitchFamily="18" charset="0"/>
              <a:cs typeface="Times New Roman" panose="02020603050405020304" pitchFamily="18" charset="0"/>
            </a:endParaRPr>
          </a:p>
        </p:txBody>
      </p:sp>
      <p:sp>
        <p:nvSpPr>
          <p:cNvPr id="7" name="Freeform: Shape 6">
            <a:extLst>
              <a:ext uri="{FF2B5EF4-FFF2-40B4-BE49-F238E27FC236}">
                <a16:creationId xmlns:a16="http://schemas.microsoft.com/office/drawing/2014/main" id="{8D2E4B3C-6532-62A6-16BA-1426702A7521}"/>
              </a:ext>
            </a:extLst>
          </p:cNvPr>
          <p:cNvSpPr/>
          <p:nvPr/>
        </p:nvSpPr>
        <p:spPr>
          <a:xfrm>
            <a:off x="4582391" y="4181216"/>
            <a:ext cx="2498215" cy="1482972"/>
          </a:xfrm>
          <a:custGeom>
            <a:avLst/>
            <a:gdLst>
              <a:gd name="connsiteX0" fmla="*/ 0 w 2135187"/>
              <a:gd name="connsiteY0" fmla="*/ 128111 h 1281112"/>
              <a:gd name="connsiteX1" fmla="*/ 128111 w 2135187"/>
              <a:gd name="connsiteY1" fmla="*/ 0 h 1281112"/>
              <a:gd name="connsiteX2" fmla="*/ 2007076 w 2135187"/>
              <a:gd name="connsiteY2" fmla="*/ 0 h 1281112"/>
              <a:gd name="connsiteX3" fmla="*/ 2135187 w 2135187"/>
              <a:gd name="connsiteY3" fmla="*/ 128111 h 1281112"/>
              <a:gd name="connsiteX4" fmla="*/ 2135187 w 2135187"/>
              <a:gd name="connsiteY4" fmla="*/ 1153001 h 1281112"/>
              <a:gd name="connsiteX5" fmla="*/ 2007076 w 2135187"/>
              <a:gd name="connsiteY5" fmla="*/ 1281112 h 1281112"/>
              <a:gd name="connsiteX6" fmla="*/ 128111 w 2135187"/>
              <a:gd name="connsiteY6" fmla="*/ 1281112 h 1281112"/>
              <a:gd name="connsiteX7" fmla="*/ 0 w 2135187"/>
              <a:gd name="connsiteY7" fmla="*/ 1153001 h 1281112"/>
              <a:gd name="connsiteX8" fmla="*/ 0 w 2135187"/>
              <a:gd name="connsiteY8" fmla="*/ 128111 h 1281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5187" h="1281112">
                <a:moveTo>
                  <a:pt x="0" y="128111"/>
                </a:moveTo>
                <a:cubicBezTo>
                  <a:pt x="0" y="57357"/>
                  <a:pt x="57357" y="0"/>
                  <a:pt x="128111" y="0"/>
                </a:cubicBezTo>
                <a:lnTo>
                  <a:pt x="2007076" y="0"/>
                </a:lnTo>
                <a:cubicBezTo>
                  <a:pt x="2077830" y="0"/>
                  <a:pt x="2135187" y="57357"/>
                  <a:pt x="2135187" y="128111"/>
                </a:cubicBezTo>
                <a:lnTo>
                  <a:pt x="2135187" y="1153001"/>
                </a:lnTo>
                <a:cubicBezTo>
                  <a:pt x="2135187" y="1223755"/>
                  <a:pt x="2077830" y="1281112"/>
                  <a:pt x="2007076" y="1281112"/>
                </a:cubicBezTo>
                <a:lnTo>
                  <a:pt x="128111" y="1281112"/>
                </a:lnTo>
                <a:cubicBezTo>
                  <a:pt x="57357" y="1281112"/>
                  <a:pt x="0" y="1223755"/>
                  <a:pt x="0" y="1153001"/>
                </a:cubicBezTo>
                <a:lnTo>
                  <a:pt x="0" y="128111"/>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43262" tIns="243262" rIns="243262" bIns="243262" numCol="1" spcCol="1270" anchor="ctr" anchorCtr="0">
            <a:noAutofit/>
          </a:bodyPr>
          <a:lstStyle/>
          <a:p>
            <a:pPr marL="0" lvl="0" indent="0" algn="ctr" defTabSz="2400300">
              <a:spcBef>
                <a:spcPct val="0"/>
              </a:spcBef>
              <a:spcAft>
                <a:spcPct val="35000"/>
              </a:spcAft>
              <a:buNone/>
            </a:pPr>
            <a:r>
              <a:rPr lang="en-US" sz="2200" kern="1200">
                <a:latin typeface="Times New Roman" panose="02020603050405020304" pitchFamily="18" charset="0"/>
                <a:cs typeface="Times New Roman" panose="02020603050405020304" pitchFamily="18" charset="0"/>
              </a:rPr>
              <a:t>Kiểm thử và đánh giá hệ thống</a:t>
            </a:r>
            <a:endParaRPr lang="vi-VN" sz="2200" kern="1200">
              <a:latin typeface="Times New Roman" panose="02020603050405020304" pitchFamily="18" charset="0"/>
              <a:cs typeface="Times New Roman" panose="02020603050405020304" pitchFamily="18" charset="0"/>
            </a:endParaRPr>
          </a:p>
        </p:txBody>
      </p:sp>
      <p:sp>
        <p:nvSpPr>
          <p:cNvPr id="8" name="Freeform: Shape 7">
            <a:extLst>
              <a:ext uri="{FF2B5EF4-FFF2-40B4-BE49-F238E27FC236}">
                <a16:creationId xmlns:a16="http://schemas.microsoft.com/office/drawing/2014/main" id="{B65062B6-0894-2B9B-D67A-F819623D10DD}"/>
              </a:ext>
            </a:extLst>
          </p:cNvPr>
          <p:cNvSpPr/>
          <p:nvPr/>
        </p:nvSpPr>
        <p:spPr>
          <a:xfrm rot="5400000">
            <a:off x="9105420" y="3477205"/>
            <a:ext cx="520181" cy="604361"/>
          </a:xfrm>
          <a:custGeom>
            <a:avLst/>
            <a:gdLst>
              <a:gd name="connsiteX0" fmla="*/ 0 w 452659"/>
              <a:gd name="connsiteY0" fmla="*/ 105905 h 529526"/>
              <a:gd name="connsiteX1" fmla="*/ 226330 w 452659"/>
              <a:gd name="connsiteY1" fmla="*/ 105905 h 529526"/>
              <a:gd name="connsiteX2" fmla="*/ 226330 w 452659"/>
              <a:gd name="connsiteY2" fmla="*/ 0 h 529526"/>
              <a:gd name="connsiteX3" fmla="*/ 452659 w 452659"/>
              <a:gd name="connsiteY3" fmla="*/ 264763 h 529526"/>
              <a:gd name="connsiteX4" fmla="*/ 226330 w 452659"/>
              <a:gd name="connsiteY4" fmla="*/ 529526 h 529526"/>
              <a:gd name="connsiteX5" fmla="*/ 226330 w 452659"/>
              <a:gd name="connsiteY5" fmla="*/ 423621 h 529526"/>
              <a:gd name="connsiteX6" fmla="*/ 0 w 452659"/>
              <a:gd name="connsiteY6" fmla="*/ 423621 h 529526"/>
              <a:gd name="connsiteX7" fmla="*/ 0 w 452659"/>
              <a:gd name="connsiteY7" fmla="*/ 105905 h 529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2659" h="529526">
                <a:moveTo>
                  <a:pt x="0" y="105905"/>
                </a:moveTo>
                <a:lnTo>
                  <a:pt x="226330" y="105905"/>
                </a:lnTo>
                <a:lnTo>
                  <a:pt x="226330" y="0"/>
                </a:lnTo>
                <a:lnTo>
                  <a:pt x="452659" y="264763"/>
                </a:lnTo>
                <a:lnTo>
                  <a:pt x="226330" y="529526"/>
                </a:lnTo>
                <a:lnTo>
                  <a:pt x="226330" y="423621"/>
                </a:lnTo>
                <a:lnTo>
                  <a:pt x="0" y="423621"/>
                </a:lnTo>
                <a:lnTo>
                  <a:pt x="0" y="105905"/>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0" tIns="105905" rIns="135798" bIns="105905" numCol="1" spcCol="1270" anchor="ctr" anchorCtr="0">
            <a:noAutofit/>
          </a:bodyPr>
          <a:lstStyle/>
          <a:p>
            <a:pPr marL="0" lvl="0" indent="0" algn="ctr" defTabSz="1066800">
              <a:lnSpc>
                <a:spcPct val="90000"/>
              </a:lnSpc>
              <a:spcBef>
                <a:spcPct val="0"/>
              </a:spcBef>
              <a:spcAft>
                <a:spcPct val="35000"/>
              </a:spcAft>
              <a:buNone/>
            </a:pPr>
            <a:endParaRPr lang="vi-VN" sz="2400" kern="1200"/>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down)">
                                      <p:cBhvr>
                                        <p:cTn id="7" dur="500"/>
                                        <p:tgtEl>
                                          <p:spTgt spid="12"/>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down)">
                                      <p:cBhvr>
                                        <p:cTn id="10" dur="500"/>
                                        <p:tgtEl>
                                          <p:spTgt spid="8"/>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down)">
                                      <p:cBhvr>
                                        <p:cTn id="13" dur="500"/>
                                        <p:tgtEl>
                                          <p:spTgt spid="5"/>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down)">
                                      <p:cBhvr>
                                        <p:cTn id="16" dur="500"/>
                                        <p:tgtEl>
                                          <p:spTgt spid="6"/>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down)">
                                      <p:cBhvr>
                                        <p:cTn id="1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5" grpId="0" animBg="1"/>
      <p:bldP spid="7" grpId="0" animBg="1"/>
      <p:bldP spid="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6"/>
          <p:cNvSpPr txBox="1">
            <a:spLocks noGrp="1"/>
          </p:cNvSpPr>
          <p:nvPr>
            <p:ph type="sldNum" idx="12"/>
          </p:nvPr>
        </p:nvSpPr>
        <p:spPr>
          <a:xfrm>
            <a:off x="9365511" y="6177074"/>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solidFill>
                  <a:srgbClr val="335338"/>
                </a:solidFill>
                <a:latin typeface="Times New Roman"/>
                <a:ea typeface="Times New Roman"/>
                <a:cs typeface="Times New Roman"/>
                <a:sym typeface="Times New Roman"/>
              </a:rPr>
              <a:t>5</a:t>
            </a:fld>
            <a:endParaRPr>
              <a:solidFill>
                <a:srgbClr val="335338"/>
              </a:solidFill>
              <a:latin typeface="Times New Roman"/>
              <a:ea typeface="Times New Roman"/>
              <a:cs typeface="Times New Roman"/>
              <a:sym typeface="Times New Roman"/>
            </a:endParaRPr>
          </a:p>
        </p:txBody>
      </p:sp>
      <p:sp>
        <p:nvSpPr>
          <p:cNvPr id="174" name="Google Shape;174;p6"/>
          <p:cNvSpPr txBox="1"/>
          <p:nvPr/>
        </p:nvSpPr>
        <p:spPr>
          <a:xfrm>
            <a:off x="1713539" y="168308"/>
            <a:ext cx="8527551" cy="635571"/>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accent4"/>
              </a:buClr>
              <a:buSzPts val="3300"/>
              <a:buFont typeface="Times New Roman"/>
              <a:buNone/>
            </a:pPr>
            <a:r>
              <a:rPr lang="en-US" sz="3300" b="1" dirty="0">
                <a:solidFill>
                  <a:schemeClr val="accent4"/>
                </a:solidFill>
                <a:latin typeface="Times New Roman"/>
                <a:cs typeface="Times New Roman"/>
                <a:sym typeface="Times New Roman"/>
              </a:rPr>
              <a:t>TỔNG QUAN VỀ ỨNG DỤNG </a:t>
            </a:r>
            <a:r>
              <a:rPr lang="en-US" sz="3300" b="1" dirty="0" smtClean="0">
                <a:solidFill>
                  <a:schemeClr val="accent4"/>
                </a:solidFill>
                <a:latin typeface="Times New Roman"/>
                <a:cs typeface="Times New Roman"/>
                <a:sym typeface="Times New Roman"/>
              </a:rPr>
              <a:t>WEB</a:t>
            </a:r>
            <a:endParaRPr dirty="0"/>
          </a:p>
        </p:txBody>
      </p:sp>
      <p:sp>
        <p:nvSpPr>
          <p:cNvPr id="175" name="Google Shape;175;p6"/>
          <p:cNvSpPr txBox="1">
            <a:spLocks noGrp="1"/>
          </p:cNvSpPr>
          <p:nvPr>
            <p:ph type="ftr" idx="11"/>
          </p:nvPr>
        </p:nvSpPr>
        <p:spPr>
          <a:xfrm>
            <a:off x="10820400" y="6227135"/>
            <a:ext cx="13716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600"/>
              <a:buFont typeface="Times New Roman"/>
              <a:buNone/>
            </a:pPr>
            <a:r>
              <a:rPr lang="en-US" sz="1600" b="1">
                <a:solidFill>
                  <a:srgbClr val="FFFFFF"/>
                </a:solidFill>
                <a:latin typeface="Times New Roman"/>
                <a:ea typeface="Times New Roman"/>
                <a:cs typeface="Times New Roman"/>
                <a:sym typeface="Times New Roman"/>
              </a:rPr>
              <a:t>3</a:t>
            </a:r>
            <a:r>
              <a:rPr lang="en-US" sz="1600" b="1" i="0" u="none" strike="noStrike" cap="none">
                <a:solidFill>
                  <a:srgbClr val="FFFFFF"/>
                </a:solidFill>
                <a:latin typeface="Times New Roman"/>
                <a:ea typeface="Times New Roman"/>
                <a:cs typeface="Times New Roman"/>
                <a:sym typeface="Times New Roman"/>
              </a:rPr>
              <a:t>/23</a:t>
            </a:r>
            <a:endParaRPr/>
          </a:p>
        </p:txBody>
      </p:sp>
      <p:sp>
        <p:nvSpPr>
          <p:cNvPr id="4" name="Rectangle: Rounded Corners 3">
            <a:extLst>
              <a:ext uri="{FF2B5EF4-FFF2-40B4-BE49-F238E27FC236}">
                <a16:creationId xmlns:a16="http://schemas.microsoft.com/office/drawing/2014/main" id="{F52C04B1-80F1-E2FF-94DD-0ECF02C0320E}"/>
              </a:ext>
            </a:extLst>
          </p:cNvPr>
          <p:cNvSpPr/>
          <p:nvPr/>
        </p:nvSpPr>
        <p:spPr>
          <a:xfrm>
            <a:off x="6437376" y="1485492"/>
            <a:ext cx="5285232" cy="38359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r>
              <a:rPr lang="vi-VN" sz="1600" b="1" dirty="0" smtClean="0">
                <a:latin typeface="Times New Roman" panose="02020603050405020304" pitchFamily="18" charset="0"/>
                <a:cs typeface="Times New Roman" panose="02020603050405020304" pitchFamily="18" charset="0"/>
              </a:rPr>
              <a:t>Model</a:t>
            </a:r>
            <a:r>
              <a:rPr lang="vi-VN" sz="1600" b="1" dirty="0">
                <a:latin typeface="Times New Roman" panose="02020603050405020304" pitchFamily="18" charset="0"/>
                <a:cs typeface="Times New Roman" panose="02020603050405020304" pitchFamily="18" charset="0"/>
              </a:rPr>
              <a:t>:</a:t>
            </a:r>
            <a:r>
              <a:rPr lang="vi-VN" sz="1600" dirty="0">
                <a:latin typeface="Times New Roman" panose="02020603050405020304" pitchFamily="18" charset="0"/>
                <a:cs typeface="Times New Roman" panose="02020603050405020304" pitchFamily="18" charset="0"/>
              </a:rPr>
              <a:t> chính là thành phần chứa những nghiệp vụ tương tác với dữ liệu hay hệ quản trị cơ sở dữ liệu. </a:t>
            </a:r>
            <a:endParaRPr lang="en-US" sz="1600" dirty="0" smtClean="0">
              <a:latin typeface="Times New Roman" panose="02020603050405020304" pitchFamily="18" charset="0"/>
              <a:cs typeface="Times New Roman" panose="02020603050405020304" pitchFamily="18" charset="0"/>
            </a:endParaRPr>
          </a:p>
          <a:p>
            <a:pPr algn="just">
              <a:lnSpc>
                <a:spcPct val="120000"/>
              </a:lnSpc>
            </a:pPr>
            <a:r>
              <a:rPr lang="vi-VN" sz="1600" b="1" dirty="0" smtClean="0">
                <a:latin typeface="Times New Roman" panose="02020603050405020304" pitchFamily="18" charset="0"/>
                <a:cs typeface="Times New Roman" panose="02020603050405020304" pitchFamily="18" charset="0"/>
              </a:rPr>
              <a:t>View</a:t>
            </a:r>
            <a:r>
              <a:rPr lang="vi-VN" sz="1600" b="1" dirty="0">
                <a:latin typeface="Times New Roman" panose="02020603050405020304" pitchFamily="18" charset="0"/>
                <a:cs typeface="Times New Roman" panose="02020603050405020304" pitchFamily="18" charset="0"/>
              </a:rPr>
              <a:t>: </a:t>
            </a:r>
            <a:r>
              <a:rPr lang="vi-VN" sz="1600" dirty="0">
                <a:latin typeface="Times New Roman" panose="02020603050405020304" pitchFamily="18" charset="0"/>
                <a:cs typeface="Times New Roman" panose="02020603050405020304" pitchFamily="18" charset="0"/>
              </a:rPr>
              <a:t>là tầng giao diện, hiển thị dữ liệu được truy xuất từ tầng model. </a:t>
            </a:r>
            <a:r>
              <a:rPr lang="en-US" sz="1600" dirty="0">
                <a:latin typeface="Times New Roman" panose="02020603050405020304" pitchFamily="18" charset="0"/>
                <a:cs typeface="Times New Roman" panose="02020603050405020304" pitchFamily="18" charset="0"/>
              </a:rPr>
              <a:t>C</a:t>
            </a:r>
            <a:r>
              <a:rPr lang="vi-VN" sz="1600" dirty="0" smtClean="0">
                <a:latin typeface="Times New Roman" panose="02020603050405020304" pitchFamily="18" charset="0"/>
                <a:cs typeface="Times New Roman" panose="02020603050405020304" pitchFamily="18" charset="0"/>
              </a:rPr>
              <a:t>hứa </a:t>
            </a:r>
            <a:r>
              <a:rPr lang="vi-VN" sz="1600" dirty="0">
                <a:latin typeface="Times New Roman" panose="02020603050405020304" pitchFamily="18" charset="0"/>
                <a:cs typeface="Times New Roman" panose="02020603050405020304" pitchFamily="18" charset="0"/>
              </a:rPr>
              <a:t>những giao diện tương tự như một nút bấm, khung nhập, menu, hình ảnh. View đảm nhiệm chức trách hiển thị dữ liệu, giúp người dùng tương tác với hệ </a:t>
            </a:r>
            <a:r>
              <a:rPr lang="vi-VN" sz="1600" dirty="0" smtClean="0">
                <a:latin typeface="Times New Roman" panose="02020603050405020304" pitchFamily="18" charset="0"/>
                <a:cs typeface="Times New Roman" panose="02020603050405020304" pitchFamily="18" charset="0"/>
              </a:rPr>
              <a:t>thống.</a:t>
            </a:r>
            <a:endParaRPr lang="en-US" sz="1600" dirty="0">
              <a:latin typeface="Times New Roman" panose="02020603050405020304" pitchFamily="18" charset="0"/>
              <a:cs typeface="Times New Roman" panose="02020603050405020304" pitchFamily="18" charset="0"/>
            </a:endParaRPr>
          </a:p>
          <a:p>
            <a:pPr algn="just">
              <a:lnSpc>
                <a:spcPct val="120000"/>
              </a:lnSpc>
            </a:pPr>
            <a:r>
              <a:rPr lang="vi-VN" sz="1600" b="1" dirty="0" smtClean="0">
                <a:latin typeface="Times New Roman" panose="02020603050405020304" pitchFamily="18" charset="0"/>
                <a:cs typeface="Times New Roman" panose="02020603050405020304" pitchFamily="18" charset="0"/>
              </a:rPr>
              <a:t>Controller</a:t>
            </a:r>
            <a:r>
              <a:rPr lang="vi-VN" sz="1600" b="1" dirty="0">
                <a:latin typeface="Times New Roman" panose="02020603050405020304" pitchFamily="18" charset="0"/>
                <a:cs typeface="Times New Roman" panose="02020603050405020304" pitchFamily="18" charset="0"/>
              </a:rPr>
              <a:t>: </a:t>
            </a:r>
            <a:r>
              <a:rPr lang="vi-VN" sz="1600" dirty="0">
                <a:latin typeface="Times New Roman" panose="02020603050405020304" pitchFamily="18" charset="0"/>
                <a:cs typeface="Times New Roman" panose="02020603050405020304" pitchFamily="18" charset="0"/>
              </a:rPr>
              <a:t>đây là tầng giúp kết nối giữa tầng model và tầng view trong mô hình MVC, có nghĩa là nếu phía client yêu cầu hiển thị dữ liệu thì controller gọi giữ liệu từ model và trả về cho view vì view tương tác trực tiếp với client</a:t>
            </a:r>
          </a:p>
        </p:txBody>
      </p:sp>
      <p:sp>
        <p:nvSpPr>
          <p:cNvPr id="5" name="TextBox 4">
            <a:extLst>
              <a:ext uri="{FF2B5EF4-FFF2-40B4-BE49-F238E27FC236}">
                <a16:creationId xmlns:a16="http://schemas.microsoft.com/office/drawing/2014/main" id="{433E19CB-A3FD-EAC6-F3C0-6D7B66F011F5}"/>
              </a:ext>
            </a:extLst>
          </p:cNvPr>
          <p:cNvSpPr txBox="1"/>
          <p:nvPr/>
        </p:nvSpPr>
        <p:spPr>
          <a:xfrm>
            <a:off x="404776" y="5321401"/>
            <a:ext cx="5572539" cy="430887"/>
          </a:xfrm>
          <a:prstGeom prst="rect">
            <a:avLst/>
          </a:prstGeom>
          <a:noFill/>
        </p:spPr>
        <p:txBody>
          <a:bodyPr wrap="square" rtlCol="0">
            <a:spAutoFit/>
          </a:bodyPr>
          <a:lstStyle/>
          <a:p>
            <a:pPr algn="ctr"/>
            <a:r>
              <a:rPr lang="vi-VN" sz="2200" dirty="0">
                <a:solidFill>
                  <a:schemeClr val="bg1"/>
                </a:solidFill>
                <a:latin typeface="+mj-lt"/>
              </a:rPr>
              <a:t>Hình 1.1 Mô hình </a:t>
            </a:r>
            <a:r>
              <a:rPr lang="en-US" sz="2200" dirty="0" smtClean="0">
                <a:solidFill>
                  <a:schemeClr val="bg1"/>
                </a:solidFill>
                <a:latin typeface="+mj-lt"/>
              </a:rPr>
              <a:t>MVC </a:t>
            </a:r>
            <a:r>
              <a:rPr lang="vi-VN" sz="2200" dirty="0" smtClean="0">
                <a:solidFill>
                  <a:schemeClr val="bg1"/>
                </a:solidFill>
                <a:latin typeface="+mj-lt"/>
              </a:rPr>
              <a:t>ASP.NET</a:t>
            </a:r>
            <a:endParaRPr lang="vi-VN" sz="2200" dirty="0">
              <a:solidFill>
                <a:schemeClr val="bg1"/>
              </a:solidFill>
              <a:latin typeface="+mj-lt"/>
            </a:endParaRPr>
          </a:p>
        </p:txBody>
      </p:sp>
      <p:pic>
        <p:nvPicPr>
          <p:cNvPr id="1028" name="Picture 4" descr="https://f.howkteam.vn/Upload/cke/images/2_IMAGE%20TUTORIAL/11_ASPNET%20MVC/Bai%201/2_Gi%C6%A1%CC%81i%20thi%C3%AA%CC%A3u%20t%C3%B4%CC%89ng%20quan%20c%C3%B4ng%20ngh%C3%AA%CC%A3%20Web%20ASP_Net%20MVC_Howkteam.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3797" y="1549501"/>
            <a:ext cx="5494498" cy="37719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down)">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8"/>
          <p:cNvSpPr txBox="1">
            <a:spLocks noGrp="1"/>
          </p:cNvSpPr>
          <p:nvPr>
            <p:ph type="sldNum" idx="12"/>
          </p:nvPr>
        </p:nvSpPr>
        <p:spPr>
          <a:xfrm>
            <a:off x="9365511" y="6177074"/>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solidFill>
                  <a:srgbClr val="335338"/>
                </a:solidFill>
                <a:latin typeface="Times New Roman"/>
                <a:ea typeface="Times New Roman"/>
                <a:cs typeface="Times New Roman"/>
                <a:sym typeface="Times New Roman"/>
              </a:rPr>
              <a:t>6</a:t>
            </a:fld>
            <a:endParaRPr>
              <a:solidFill>
                <a:srgbClr val="335338"/>
              </a:solidFill>
              <a:latin typeface="Times New Roman"/>
              <a:ea typeface="Times New Roman"/>
              <a:cs typeface="Times New Roman"/>
              <a:sym typeface="Times New Roman"/>
            </a:endParaRPr>
          </a:p>
        </p:txBody>
      </p:sp>
      <p:sp>
        <p:nvSpPr>
          <p:cNvPr id="190" name="Google Shape;190;p8"/>
          <p:cNvSpPr txBox="1"/>
          <p:nvPr/>
        </p:nvSpPr>
        <p:spPr>
          <a:xfrm>
            <a:off x="1664413" y="131580"/>
            <a:ext cx="8527551" cy="635571"/>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accent4"/>
              </a:buClr>
              <a:buSzPts val="3300"/>
              <a:buFont typeface="Times New Roman"/>
              <a:buNone/>
            </a:pPr>
            <a:r>
              <a:rPr lang="vi-VN" sz="3300" b="1">
                <a:solidFill>
                  <a:schemeClr val="accent4"/>
                </a:solidFill>
                <a:latin typeface="Times New Roman"/>
                <a:ea typeface="Times New Roman"/>
                <a:cs typeface="Times New Roman"/>
                <a:sym typeface="Times New Roman"/>
              </a:rPr>
              <a:t>PHÂN TÍCH VÀ THIẾT KẾ HỆ THỐNG</a:t>
            </a:r>
            <a:r>
              <a:rPr lang="en-US" sz="3300" b="1">
                <a:solidFill>
                  <a:schemeClr val="accent4"/>
                </a:solidFill>
                <a:latin typeface="Times New Roman"/>
                <a:ea typeface="Times New Roman"/>
                <a:cs typeface="Times New Roman"/>
                <a:sym typeface="Times New Roman"/>
              </a:rPr>
              <a:t> </a:t>
            </a:r>
            <a:endParaRPr/>
          </a:p>
        </p:txBody>
      </p:sp>
      <p:sp>
        <p:nvSpPr>
          <p:cNvPr id="191" name="Google Shape;191;p8"/>
          <p:cNvSpPr txBox="1">
            <a:spLocks noGrp="1"/>
          </p:cNvSpPr>
          <p:nvPr>
            <p:ph type="ftr" idx="11"/>
          </p:nvPr>
        </p:nvSpPr>
        <p:spPr>
          <a:xfrm>
            <a:off x="10820400" y="6227135"/>
            <a:ext cx="13716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600"/>
              <a:buFont typeface="Times New Roman"/>
              <a:buNone/>
            </a:pPr>
            <a:r>
              <a:rPr lang="en-US" sz="1600" b="1">
                <a:solidFill>
                  <a:srgbClr val="FFFFFF"/>
                </a:solidFill>
                <a:latin typeface="Times New Roman"/>
                <a:ea typeface="Times New Roman"/>
                <a:cs typeface="Times New Roman"/>
                <a:sym typeface="Times New Roman"/>
              </a:rPr>
              <a:t>3</a:t>
            </a:r>
            <a:r>
              <a:rPr lang="en-US" sz="1600" b="1" i="0" u="none" strike="noStrike" cap="none">
                <a:solidFill>
                  <a:srgbClr val="FFFFFF"/>
                </a:solidFill>
                <a:latin typeface="Times New Roman"/>
                <a:ea typeface="Times New Roman"/>
                <a:cs typeface="Times New Roman"/>
                <a:sym typeface="Times New Roman"/>
              </a:rPr>
              <a:t>/23</a:t>
            </a:r>
            <a:endParaRPr/>
          </a:p>
        </p:txBody>
      </p:sp>
      <p:sp>
        <p:nvSpPr>
          <p:cNvPr id="193" name="Google Shape;193;p8"/>
          <p:cNvSpPr txBox="1"/>
          <p:nvPr/>
        </p:nvSpPr>
        <p:spPr>
          <a:xfrm>
            <a:off x="305475" y="5653222"/>
            <a:ext cx="5120640" cy="43084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200">
                <a:solidFill>
                  <a:schemeClr val="lt1"/>
                </a:solidFill>
                <a:latin typeface="Times New Roman"/>
                <a:ea typeface="Times New Roman"/>
                <a:cs typeface="Times New Roman"/>
                <a:sym typeface="Times New Roman"/>
              </a:rPr>
              <a:t>Hình 1.2 Biểu đồ use case tổng quát</a:t>
            </a:r>
            <a:endParaRPr sz="2200">
              <a:solidFill>
                <a:schemeClr val="lt1"/>
              </a:solidFill>
              <a:latin typeface="Times New Roman"/>
              <a:ea typeface="Times New Roman"/>
              <a:cs typeface="Times New Roman"/>
              <a:sym typeface="Times New Roman"/>
            </a:endParaRPr>
          </a:p>
        </p:txBody>
      </p:sp>
      <p:sp>
        <p:nvSpPr>
          <p:cNvPr id="195" name="Google Shape;195;p8"/>
          <p:cNvSpPr txBox="1"/>
          <p:nvPr/>
        </p:nvSpPr>
        <p:spPr>
          <a:xfrm>
            <a:off x="6498169" y="5653222"/>
            <a:ext cx="5108781" cy="43084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200" dirty="0" err="1">
                <a:solidFill>
                  <a:schemeClr val="lt1"/>
                </a:solidFill>
                <a:latin typeface="Times New Roman"/>
                <a:ea typeface="Times New Roman"/>
                <a:cs typeface="Times New Roman"/>
                <a:sym typeface="Times New Roman"/>
              </a:rPr>
              <a:t>Hình</a:t>
            </a:r>
            <a:r>
              <a:rPr lang="en-US" sz="2200" dirty="0">
                <a:solidFill>
                  <a:schemeClr val="lt1"/>
                </a:solidFill>
                <a:latin typeface="Times New Roman"/>
                <a:ea typeface="Times New Roman"/>
                <a:cs typeface="Times New Roman"/>
                <a:sym typeface="Times New Roman"/>
              </a:rPr>
              <a:t> 1.3 </a:t>
            </a:r>
            <a:r>
              <a:rPr lang="en-US" sz="2200" dirty="0" err="1">
                <a:solidFill>
                  <a:schemeClr val="lt1"/>
                </a:solidFill>
                <a:latin typeface="Times New Roman"/>
                <a:ea typeface="Times New Roman"/>
                <a:cs typeface="Times New Roman"/>
                <a:sym typeface="Times New Roman"/>
              </a:rPr>
              <a:t>Biểu</a:t>
            </a:r>
            <a:r>
              <a:rPr lang="en-US" sz="2200" dirty="0">
                <a:solidFill>
                  <a:schemeClr val="lt1"/>
                </a:solidFill>
                <a:latin typeface="Times New Roman"/>
                <a:ea typeface="Times New Roman"/>
                <a:cs typeface="Times New Roman"/>
                <a:sym typeface="Times New Roman"/>
              </a:rPr>
              <a:t> </a:t>
            </a:r>
            <a:r>
              <a:rPr lang="en-US" sz="2200" dirty="0" err="1">
                <a:solidFill>
                  <a:schemeClr val="lt1"/>
                </a:solidFill>
                <a:latin typeface="Times New Roman"/>
                <a:ea typeface="Times New Roman"/>
                <a:cs typeface="Times New Roman"/>
                <a:sym typeface="Times New Roman"/>
              </a:rPr>
              <a:t>đồ</a:t>
            </a:r>
            <a:r>
              <a:rPr lang="en-US" sz="2200" dirty="0">
                <a:solidFill>
                  <a:schemeClr val="lt1"/>
                </a:solidFill>
                <a:latin typeface="Times New Roman"/>
                <a:ea typeface="Times New Roman"/>
                <a:cs typeface="Times New Roman"/>
                <a:sym typeface="Times New Roman"/>
              </a:rPr>
              <a:t> </a:t>
            </a:r>
            <a:r>
              <a:rPr lang="en-US" sz="2200" dirty="0" err="1">
                <a:solidFill>
                  <a:schemeClr val="lt1"/>
                </a:solidFill>
                <a:latin typeface="Times New Roman"/>
                <a:ea typeface="Times New Roman"/>
                <a:cs typeface="Times New Roman"/>
                <a:sym typeface="Times New Roman"/>
              </a:rPr>
              <a:t>lớp</a:t>
            </a:r>
            <a:r>
              <a:rPr lang="en-US" sz="2200" dirty="0">
                <a:solidFill>
                  <a:schemeClr val="lt1"/>
                </a:solidFill>
                <a:latin typeface="Times New Roman"/>
                <a:ea typeface="Times New Roman"/>
                <a:cs typeface="Times New Roman"/>
                <a:sym typeface="Times New Roman"/>
              </a:rPr>
              <a:t> </a:t>
            </a:r>
            <a:r>
              <a:rPr lang="en-US" sz="2200" dirty="0" err="1">
                <a:solidFill>
                  <a:schemeClr val="lt1"/>
                </a:solidFill>
                <a:latin typeface="Times New Roman"/>
                <a:ea typeface="Times New Roman"/>
                <a:cs typeface="Times New Roman"/>
                <a:sym typeface="Times New Roman"/>
              </a:rPr>
              <a:t>chính</a:t>
            </a:r>
            <a:r>
              <a:rPr lang="en-US" sz="2200" dirty="0">
                <a:solidFill>
                  <a:schemeClr val="lt1"/>
                </a:solidFill>
                <a:latin typeface="Times New Roman"/>
                <a:ea typeface="Times New Roman"/>
                <a:cs typeface="Times New Roman"/>
                <a:sym typeface="Times New Roman"/>
              </a:rPr>
              <a:t> </a:t>
            </a:r>
            <a:r>
              <a:rPr lang="en-US" sz="2200" dirty="0" err="1">
                <a:solidFill>
                  <a:schemeClr val="lt1"/>
                </a:solidFill>
                <a:latin typeface="Times New Roman"/>
                <a:ea typeface="Times New Roman"/>
                <a:cs typeface="Times New Roman"/>
                <a:sym typeface="Times New Roman"/>
              </a:rPr>
              <a:t>của</a:t>
            </a:r>
            <a:r>
              <a:rPr lang="en-US" sz="2200" dirty="0">
                <a:solidFill>
                  <a:schemeClr val="lt1"/>
                </a:solidFill>
                <a:latin typeface="Times New Roman"/>
                <a:ea typeface="Times New Roman"/>
                <a:cs typeface="Times New Roman"/>
                <a:sym typeface="Times New Roman"/>
              </a:rPr>
              <a:t> </a:t>
            </a:r>
            <a:r>
              <a:rPr lang="en-US" sz="2200" dirty="0" err="1">
                <a:solidFill>
                  <a:schemeClr val="lt1"/>
                </a:solidFill>
                <a:latin typeface="Times New Roman"/>
                <a:ea typeface="Times New Roman"/>
                <a:cs typeface="Times New Roman"/>
                <a:sym typeface="Times New Roman"/>
              </a:rPr>
              <a:t>hệ</a:t>
            </a:r>
            <a:r>
              <a:rPr lang="en-US" sz="2200" dirty="0">
                <a:solidFill>
                  <a:schemeClr val="lt1"/>
                </a:solidFill>
                <a:latin typeface="Times New Roman"/>
                <a:ea typeface="Times New Roman"/>
                <a:cs typeface="Times New Roman"/>
                <a:sym typeface="Times New Roman"/>
              </a:rPr>
              <a:t> </a:t>
            </a:r>
            <a:r>
              <a:rPr lang="en-US" sz="2200" dirty="0" err="1">
                <a:solidFill>
                  <a:schemeClr val="lt1"/>
                </a:solidFill>
                <a:latin typeface="Times New Roman"/>
                <a:ea typeface="Times New Roman"/>
                <a:cs typeface="Times New Roman"/>
                <a:sym typeface="Times New Roman"/>
              </a:rPr>
              <a:t>thống</a:t>
            </a:r>
            <a:endParaRPr sz="2200" dirty="0">
              <a:solidFill>
                <a:schemeClr val="lt1"/>
              </a:solidFill>
              <a:latin typeface="Times New Roman"/>
              <a:ea typeface="Times New Roman"/>
              <a:cs typeface="Times New Roman"/>
              <a:sym typeface="Times New Roman"/>
            </a:endParaRPr>
          </a:p>
        </p:txBody>
      </p:sp>
      <p:pic>
        <p:nvPicPr>
          <p:cNvPr id="9" name="Picture 8"/>
          <p:cNvPicPr/>
          <p:nvPr/>
        </p:nvPicPr>
        <p:blipFill>
          <a:blip r:embed="rId3"/>
          <a:stretch>
            <a:fillRect/>
          </a:stretch>
        </p:blipFill>
        <p:spPr>
          <a:xfrm>
            <a:off x="305475" y="1652154"/>
            <a:ext cx="5579745" cy="4001068"/>
          </a:xfrm>
          <a:prstGeom prst="rect">
            <a:avLst/>
          </a:prstGeom>
        </p:spPr>
      </p:pic>
      <p:pic>
        <p:nvPicPr>
          <p:cNvPr id="10" name="Picture 9"/>
          <p:cNvPicPr/>
          <p:nvPr/>
        </p:nvPicPr>
        <p:blipFill>
          <a:blip r:embed="rId4"/>
          <a:stretch>
            <a:fillRect/>
          </a:stretch>
        </p:blipFill>
        <p:spPr>
          <a:xfrm>
            <a:off x="6272784" y="1652154"/>
            <a:ext cx="5559552" cy="4001068"/>
          </a:xfrm>
          <a:prstGeom prst="rect">
            <a:avLst/>
          </a:prstGeom>
        </p:spPr>
      </p:pic>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93"/>
                                        </p:tgtEl>
                                        <p:attrNameLst>
                                          <p:attrName>style.visibility</p:attrName>
                                        </p:attrNameLst>
                                      </p:cBhvr>
                                      <p:to>
                                        <p:strVal val="visible"/>
                                      </p:to>
                                    </p:set>
                                    <p:anim calcmode="lin" valueType="num">
                                      <p:cBhvr additive="base">
                                        <p:cTn id="7" dur="500"/>
                                        <p:tgtEl>
                                          <p:spTgt spid="193"/>
                                        </p:tgtEl>
                                        <p:attrNameLst>
                                          <p:attrName>ppt_y</p:attrName>
                                        </p:attrNameLst>
                                      </p:cBhvr>
                                      <p:tavLst>
                                        <p:tav tm="0">
                                          <p:val>
                                            <p:strVal val="#ppt_y+1"/>
                                          </p:val>
                                        </p:tav>
                                        <p:tav tm="100000">
                                          <p:val>
                                            <p:strVal val="#ppt_y"/>
                                          </p:val>
                                        </p:tav>
                                      </p:tavLst>
                                    </p:anim>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195"/>
                                        </p:tgtEl>
                                        <p:attrNameLst>
                                          <p:attrName>style.visibility</p:attrName>
                                        </p:attrNameLst>
                                      </p:cBhvr>
                                      <p:to>
                                        <p:strVal val="visible"/>
                                      </p:to>
                                    </p:set>
                                    <p:anim calcmode="lin" valueType="num">
                                      <p:cBhvr additive="base">
                                        <p:cTn id="11" dur="500"/>
                                        <p:tgtEl>
                                          <p:spTgt spid="19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9"/>
          <p:cNvSpPr txBox="1">
            <a:spLocks noGrp="1"/>
          </p:cNvSpPr>
          <p:nvPr>
            <p:ph type="sldNum" idx="12"/>
          </p:nvPr>
        </p:nvSpPr>
        <p:spPr>
          <a:xfrm>
            <a:off x="9365511" y="6177074"/>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solidFill>
                  <a:srgbClr val="335338"/>
                </a:solidFill>
                <a:latin typeface="Times New Roman"/>
                <a:ea typeface="Times New Roman"/>
                <a:cs typeface="Times New Roman"/>
                <a:sym typeface="Times New Roman"/>
              </a:rPr>
              <a:t>7</a:t>
            </a:fld>
            <a:endParaRPr>
              <a:solidFill>
                <a:srgbClr val="335338"/>
              </a:solidFill>
              <a:latin typeface="Times New Roman"/>
              <a:ea typeface="Times New Roman"/>
              <a:cs typeface="Times New Roman"/>
              <a:sym typeface="Times New Roman"/>
            </a:endParaRPr>
          </a:p>
        </p:txBody>
      </p:sp>
      <p:sp>
        <p:nvSpPr>
          <p:cNvPr id="201" name="Google Shape;201;p9"/>
          <p:cNvSpPr txBox="1"/>
          <p:nvPr/>
        </p:nvSpPr>
        <p:spPr>
          <a:xfrm>
            <a:off x="4879608" y="159012"/>
            <a:ext cx="2371584" cy="635571"/>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accent4"/>
              </a:buClr>
              <a:buSzPts val="3300"/>
              <a:buFont typeface="Times New Roman"/>
              <a:buNone/>
            </a:pPr>
            <a:r>
              <a:rPr lang="en-US" sz="3300" b="1" dirty="0" err="1" smtClean="0">
                <a:solidFill>
                  <a:schemeClr val="accent4"/>
                </a:solidFill>
                <a:latin typeface="Times New Roman"/>
                <a:ea typeface="Times New Roman"/>
                <a:cs typeface="Times New Roman"/>
                <a:sym typeface="Times New Roman"/>
              </a:rPr>
              <a:t>Sản</a:t>
            </a:r>
            <a:r>
              <a:rPr lang="en-US" sz="3300" b="1" dirty="0" smtClean="0">
                <a:solidFill>
                  <a:schemeClr val="accent4"/>
                </a:solidFill>
                <a:latin typeface="Times New Roman"/>
                <a:ea typeface="Times New Roman"/>
                <a:cs typeface="Times New Roman"/>
                <a:sym typeface="Times New Roman"/>
              </a:rPr>
              <a:t> </a:t>
            </a:r>
            <a:r>
              <a:rPr lang="en-US" sz="3300" b="1" dirty="0" err="1" smtClean="0">
                <a:solidFill>
                  <a:schemeClr val="accent4"/>
                </a:solidFill>
                <a:latin typeface="Times New Roman"/>
                <a:ea typeface="Times New Roman"/>
                <a:cs typeface="Times New Roman"/>
                <a:sym typeface="Times New Roman"/>
              </a:rPr>
              <a:t>Phẩm</a:t>
            </a:r>
            <a:endParaRPr dirty="0"/>
          </a:p>
        </p:txBody>
      </p:sp>
      <p:sp>
        <p:nvSpPr>
          <p:cNvPr id="202" name="Google Shape;202;p9"/>
          <p:cNvSpPr txBox="1">
            <a:spLocks noGrp="1"/>
          </p:cNvSpPr>
          <p:nvPr>
            <p:ph type="ftr" idx="11"/>
          </p:nvPr>
        </p:nvSpPr>
        <p:spPr>
          <a:xfrm>
            <a:off x="10820400" y="6227135"/>
            <a:ext cx="13716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600"/>
              <a:buFont typeface="Times New Roman"/>
              <a:buNone/>
            </a:pPr>
            <a:r>
              <a:rPr lang="en-US" sz="1600" b="1">
                <a:solidFill>
                  <a:srgbClr val="FFFFFF"/>
                </a:solidFill>
                <a:latin typeface="Times New Roman"/>
                <a:ea typeface="Times New Roman"/>
                <a:cs typeface="Times New Roman"/>
                <a:sym typeface="Times New Roman"/>
              </a:rPr>
              <a:t>3</a:t>
            </a:r>
            <a:r>
              <a:rPr lang="en-US" sz="1600" b="1" i="0" u="none" strike="noStrike" cap="none">
                <a:solidFill>
                  <a:srgbClr val="FFFFFF"/>
                </a:solidFill>
                <a:latin typeface="Times New Roman"/>
                <a:ea typeface="Times New Roman"/>
                <a:cs typeface="Times New Roman"/>
                <a:sym typeface="Times New Roman"/>
              </a:rPr>
              <a:t>/23</a:t>
            </a:r>
            <a:endParaRPr/>
          </a:p>
        </p:txBody>
      </p:sp>
      <p:pic>
        <p:nvPicPr>
          <p:cNvPr id="10" name="Picture 9"/>
          <p:cNvPicPr/>
          <p:nvPr/>
        </p:nvPicPr>
        <p:blipFill>
          <a:blip r:embed="rId3"/>
          <a:stretch>
            <a:fillRect/>
          </a:stretch>
        </p:blipFill>
        <p:spPr>
          <a:xfrm>
            <a:off x="572071" y="2210972"/>
            <a:ext cx="6039041" cy="3428563"/>
          </a:xfrm>
          <a:prstGeom prst="rect">
            <a:avLst/>
          </a:prstGeom>
        </p:spPr>
      </p:pic>
      <p:pic>
        <p:nvPicPr>
          <p:cNvPr id="11" name="Picture 10"/>
          <p:cNvPicPr>
            <a:picLocks noChangeAspect="1"/>
          </p:cNvPicPr>
          <p:nvPr/>
        </p:nvPicPr>
        <p:blipFill>
          <a:blip r:embed="rId4"/>
          <a:stretch>
            <a:fillRect/>
          </a:stretch>
        </p:blipFill>
        <p:spPr>
          <a:xfrm>
            <a:off x="6971022" y="2210972"/>
            <a:ext cx="4535178" cy="3428563"/>
          </a:xfrm>
          <a:prstGeom prst="rect">
            <a:avLst/>
          </a:prstGeom>
        </p:spPr>
      </p:pic>
      <p:sp>
        <p:nvSpPr>
          <p:cNvPr id="13" name="Rectangle 12"/>
          <p:cNvSpPr/>
          <p:nvPr/>
        </p:nvSpPr>
        <p:spPr>
          <a:xfrm>
            <a:off x="4145643" y="1179612"/>
            <a:ext cx="3839513" cy="646331"/>
          </a:xfrm>
          <a:prstGeom prst="rect">
            <a:avLst/>
          </a:prstGeom>
        </p:spPr>
        <p:txBody>
          <a:bodyPr wrap="none">
            <a:spAutoFit/>
          </a:bodyPr>
          <a:lstStyle/>
          <a:p>
            <a:pPr algn="ctr"/>
            <a:r>
              <a:rPr lang="en-US" sz="3600" dirty="0" err="1" smtClean="0">
                <a:ln w="0"/>
                <a:solidFill>
                  <a:schemeClr val="bg1"/>
                </a:solidFill>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Giao</a:t>
            </a:r>
            <a:r>
              <a:rPr lang="en-US" sz="3600" dirty="0" smtClean="0">
                <a:ln w="0"/>
                <a:solidFill>
                  <a:schemeClr val="bg1"/>
                </a:solidFill>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 </a:t>
            </a:r>
            <a:r>
              <a:rPr lang="en-US" sz="3600" dirty="0" err="1" smtClean="0">
                <a:ln w="0"/>
                <a:solidFill>
                  <a:schemeClr val="bg1"/>
                </a:solidFill>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diện</a:t>
            </a:r>
            <a:r>
              <a:rPr lang="en-US" sz="3600" dirty="0" smtClean="0">
                <a:ln w="0"/>
                <a:solidFill>
                  <a:schemeClr val="bg1"/>
                </a:solidFill>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 </a:t>
            </a:r>
            <a:r>
              <a:rPr lang="en-US" sz="3600" dirty="0" err="1" smtClean="0">
                <a:ln w="0"/>
                <a:solidFill>
                  <a:schemeClr val="bg1"/>
                </a:solidFill>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trang</a:t>
            </a:r>
            <a:r>
              <a:rPr lang="en-US" sz="3600" dirty="0" smtClean="0">
                <a:ln w="0"/>
                <a:solidFill>
                  <a:schemeClr val="bg1"/>
                </a:solidFill>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 </a:t>
            </a:r>
            <a:r>
              <a:rPr lang="en-US" sz="3600" dirty="0" err="1" smtClean="0">
                <a:ln w="0"/>
                <a:solidFill>
                  <a:schemeClr val="bg1"/>
                </a:solidFill>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chủ</a:t>
            </a:r>
            <a:endParaRPr lang="en-US" sz="3600" dirty="0">
              <a:ln w="0"/>
              <a:solidFill>
                <a:schemeClr val="bg1"/>
              </a:solidFill>
              <a:effectLst>
                <a:reflection blurRad="6350" stA="53000" endA="300" endPos="35500" dir="5400000" sy="-90000" algn="bl" rotWithShape="0"/>
              </a:effectLst>
              <a:latin typeface="Times New Roman" panose="02020603050405020304" pitchFamily="18" charset="0"/>
              <a:cs typeface="Times New Roman" panose="02020603050405020304" pitchFamily="18" charset="0"/>
            </a:endParaRPr>
          </a:p>
        </p:txBody>
      </p:sp>
    </p:spTree>
  </p:cSld>
  <p:clrMapOvr>
    <a:masterClrMapping/>
  </p:clrMapOvr>
  <p:transition spd="med">
    <p:push/>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9"/>
          <p:cNvSpPr txBox="1">
            <a:spLocks noGrp="1"/>
          </p:cNvSpPr>
          <p:nvPr>
            <p:ph type="sldNum" idx="12"/>
          </p:nvPr>
        </p:nvSpPr>
        <p:spPr>
          <a:xfrm>
            <a:off x="9365511" y="6177074"/>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solidFill>
                  <a:srgbClr val="335338"/>
                </a:solidFill>
                <a:latin typeface="Times New Roman"/>
                <a:ea typeface="Times New Roman"/>
                <a:cs typeface="Times New Roman"/>
                <a:sym typeface="Times New Roman"/>
              </a:rPr>
              <a:t>8</a:t>
            </a:fld>
            <a:endParaRPr>
              <a:solidFill>
                <a:srgbClr val="335338"/>
              </a:solidFill>
              <a:latin typeface="Times New Roman"/>
              <a:ea typeface="Times New Roman"/>
              <a:cs typeface="Times New Roman"/>
              <a:sym typeface="Times New Roman"/>
            </a:endParaRPr>
          </a:p>
        </p:txBody>
      </p:sp>
      <p:sp>
        <p:nvSpPr>
          <p:cNvPr id="201" name="Google Shape;201;p9"/>
          <p:cNvSpPr txBox="1"/>
          <p:nvPr/>
        </p:nvSpPr>
        <p:spPr>
          <a:xfrm>
            <a:off x="4879608" y="159012"/>
            <a:ext cx="2371584" cy="635571"/>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accent4"/>
              </a:buClr>
              <a:buSzPts val="3300"/>
              <a:buFont typeface="Times New Roman"/>
              <a:buNone/>
            </a:pPr>
            <a:r>
              <a:rPr lang="en-US" sz="3300" b="1" dirty="0" err="1" smtClean="0">
                <a:solidFill>
                  <a:schemeClr val="accent4"/>
                </a:solidFill>
                <a:latin typeface="Times New Roman"/>
                <a:ea typeface="Times New Roman"/>
                <a:cs typeface="Times New Roman"/>
                <a:sym typeface="Times New Roman"/>
              </a:rPr>
              <a:t>Sản</a:t>
            </a:r>
            <a:r>
              <a:rPr lang="en-US" sz="3300" b="1" dirty="0" smtClean="0">
                <a:solidFill>
                  <a:schemeClr val="accent4"/>
                </a:solidFill>
                <a:latin typeface="Times New Roman"/>
                <a:ea typeface="Times New Roman"/>
                <a:cs typeface="Times New Roman"/>
                <a:sym typeface="Times New Roman"/>
              </a:rPr>
              <a:t> </a:t>
            </a:r>
            <a:r>
              <a:rPr lang="en-US" sz="3300" b="1" dirty="0" err="1" smtClean="0">
                <a:solidFill>
                  <a:schemeClr val="accent4"/>
                </a:solidFill>
                <a:latin typeface="Times New Roman"/>
                <a:ea typeface="Times New Roman"/>
                <a:cs typeface="Times New Roman"/>
                <a:sym typeface="Times New Roman"/>
              </a:rPr>
              <a:t>Phẩm</a:t>
            </a:r>
            <a:endParaRPr dirty="0"/>
          </a:p>
        </p:txBody>
      </p:sp>
      <p:sp>
        <p:nvSpPr>
          <p:cNvPr id="202" name="Google Shape;202;p9"/>
          <p:cNvSpPr txBox="1">
            <a:spLocks noGrp="1"/>
          </p:cNvSpPr>
          <p:nvPr>
            <p:ph type="ftr" idx="11"/>
          </p:nvPr>
        </p:nvSpPr>
        <p:spPr>
          <a:xfrm>
            <a:off x="10820400" y="6227135"/>
            <a:ext cx="13716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600"/>
              <a:buFont typeface="Times New Roman"/>
              <a:buNone/>
            </a:pPr>
            <a:r>
              <a:rPr lang="en-US" sz="1600" b="1">
                <a:solidFill>
                  <a:srgbClr val="FFFFFF"/>
                </a:solidFill>
                <a:latin typeface="Times New Roman"/>
                <a:ea typeface="Times New Roman"/>
                <a:cs typeface="Times New Roman"/>
                <a:sym typeface="Times New Roman"/>
              </a:rPr>
              <a:t>3</a:t>
            </a:r>
            <a:r>
              <a:rPr lang="en-US" sz="1600" b="1" i="0" u="none" strike="noStrike" cap="none">
                <a:solidFill>
                  <a:srgbClr val="FFFFFF"/>
                </a:solidFill>
                <a:latin typeface="Times New Roman"/>
                <a:ea typeface="Times New Roman"/>
                <a:cs typeface="Times New Roman"/>
                <a:sym typeface="Times New Roman"/>
              </a:rPr>
              <a:t>/23</a:t>
            </a:r>
            <a:endParaRPr/>
          </a:p>
        </p:txBody>
      </p:sp>
      <p:sp>
        <p:nvSpPr>
          <p:cNvPr id="13" name="Rectangle 12"/>
          <p:cNvSpPr/>
          <p:nvPr/>
        </p:nvSpPr>
        <p:spPr>
          <a:xfrm>
            <a:off x="3677566" y="1015020"/>
            <a:ext cx="4775667" cy="646331"/>
          </a:xfrm>
          <a:prstGeom prst="rect">
            <a:avLst/>
          </a:prstGeom>
        </p:spPr>
        <p:txBody>
          <a:bodyPr wrap="none">
            <a:spAutoFit/>
          </a:bodyPr>
          <a:lstStyle/>
          <a:p>
            <a:pPr algn="ctr"/>
            <a:r>
              <a:rPr lang="en-US" sz="3600" dirty="0" err="1" smtClean="0">
                <a:ln w="0"/>
                <a:solidFill>
                  <a:schemeClr val="bg1"/>
                </a:solidFill>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Giao</a:t>
            </a:r>
            <a:r>
              <a:rPr lang="en-US" sz="3600" dirty="0" smtClean="0">
                <a:ln w="0"/>
                <a:solidFill>
                  <a:schemeClr val="bg1"/>
                </a:solidFill>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 </a:t>
            </a:r>
            <a:r>
              <a:rPr lang="en-US" sz="3600" dirty="0" err="1" smtClean="0">
                <a:ln w="0"/>
                <a:solidFill>
                  <a:schemeClr val="bg1"/>
                </a:solidFill>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diện</a:t>
            </a:r>
            <a:r>
              <a:rPr lang="en-US" sz="3600" dirty="0" smtClean="0">
                <a:ln w="0"/>
                <a:solidFill>
                  <a:schemeClr val="bg1"/>
                </a:solidFill>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 </a:t>
            </a:r>
            <a:r>
              <a:rPr lang="en-US" sz="3600" dirty="0" err="1" smtClean="0">
                <a:ln w="0"/>
                <a:solidFill>
                  <a:schemeClr val="bg1"/>
                </a:solidFill>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xem</a:t>
            </a:r>
            <a:r>
              <a:rPr lang="en-US" sz="3600" dirty="0" smtClean="0">
                <a:ln w="0"/>
                <a:solidFill>
                  <a:schemeClr val="bg1"/>
                </a:solidFill>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 </a:t>
            </a:r>
            <a:r>
              <a:rPr lang="en-US" sz="3600" dirty="0" err="1" smtClean="0">
                <a:ln w="0"/>
                <a:solidFill>
                  <a:schemeClr val="bg1"/>
                </a:solidFill>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sản</a:t>
            </a:r>
            <a:r>
              <a:rPr lang="en-US" sz="3600" dirty="0" smtClean="0">
                <a:ln w="0"/>
                <a:solidFill>
                  <a:schemeClr val="bg1"/>
                </a:solidFill>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 </a:t>
            </a:r>
            <a:r>
              <a:rPr lang="en-US" sz="3600" dirty="0" err="1" smtClean="0">
                <a:ln w="0"/>
                <a:solidFill>
                  <a:schemeClr val="bg1"/>
                </a:solidFill>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phẩm</a:t>
            </a:r>
            <a:endParaRPr lang="en-US" sz="3600" dirty="0">
              <a:ln w="0"/>
              <a:solidFill>
                <a:schemeClr val="bg1"/>
              </a:solidFill>
              <a:effectLst>
                <a:reflection blurRad="6350" stA="53000" endA="300" endPos="35500" dir="5400000" sy="-90000" algn="bl" rotWithShape="0"/>
              </a:effectLst>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3"/>
          <a:stretch>
            <a:fillRect/>
          </a:stretch>
        </p:blipFill>
        <p:spPr>
          <a:xfrm>
            <a:off x="777240" y="2210972"/>
            <a:ext cx="4719860" cy="3787492"/>
          </a:xfrm>
          <a:prstGeom prst="rect">
            <a:avLst/>
          </a:prstGeom>
        </p:spPr>
      </p:pic>
      <p:pic>
        <p:nvPicPr>
          <p:cNvPr id="3" name="Picture 2"/>
          <p:cNvPicPr>
            <a:picLocks noChangeAspect="1"/>
          </p:cNvPicPr>
          <p:nvPr/>
        </p:nvPicPr>
        <p:blipFill>
          <a:blip r:embed="rId4"/>
          <a:stretch>
            <a:fillRect/>
          </a:stretch>
        </p:blipFill>
        <p:spPr>
          <a:xfrm>
            <a:off x="6309359" y="2210972"/>
            <a:ext cx="5221957" cy="3787492"/>
          </a:xfrm>
          <a:prstGeom prst="rect">
            <a:avLst/>
          </a:prstGeom>
        </p:spPr>
      </p:pic>
    </p:spTree>
    <p:extLst>
      <p:ext uri="{BB962C8B-B14F-4D97-AF65-F5344CB8AC3E}">
        <p14:creationId xmlns:p14="http://schemas.microsoft.com/office/powerpoint/2010/main" val="1853604858"/>
      </p:ext>
    </p:extLst>
  </p:cSld>
  <p:clrMapOvr>
    <a:masterClrMapping/>
  </p:clrMapOvr>
  <p:transition spd="med">
    <p:push/>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9"/>
          <p:cNvSpPr txBox="1">
            <a:spLocks noGrp="1"/>
          </p:cNvSpPr>
          <p:nvPr>
            <p:ph type="sldNum" idx="12"/>
          </p:nvPr>
        </p:nvSpPr>
        <p:spPr>
          <a:xfrm>
            <a:off x="9365511" y="6177074"/>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solidFill>
                  <a:srgbClr val="335338"/>
                </a:solidFill>
                <a:latin typeface="Times New Roman"/>
                <a:ea typeface="Times New Roman"/>
                <a:cs typeface="Times New Roman"/>
                <a:sym typeface="Times New Roman"/>
              </a:rPr>
              <a:t>9</a:t>
            </a:fld>
            <a:endParaRPr>
              <a:solidFill>
                <a:srgbClr val="335338"/>
              </a:solidFill>
              <a:latin typeface="Times New Roman"/>
              <a:ea typeface="Times New Roman"/>
              <a:cs typeface="Times New Roman"/>
              <a:sym typeface="Times New Roman"/>
            </a:endParaRPr>
          </a:p>
        </p:txBody>
      </p:sp>
      <p:sp>
        <p:nvSpPr>
          <p:cNvPr id="201" name="Google Shape;201;p9"/>
          <p:cNvSpPr txBox="1"/>
          <p:nvPr/>
        </p:nvSpPr>
        <p:spPr>
          <a:xfrm>
            <a:off x="4879608" y="159012"/>
            <a:ext cx="2371584" cy="635571"/>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accent4"/>
              </a:buClr>
              <a:buSzPts val="3300"/>
              <a:buFont typeface="Times New Roman"/>
              <a:buNone/>
            </a:pPr>
            <a:r>
              <a:rPr lang="en-US" sz="3300" b="1" dirty="0" err="1" smtClean="0">
                <a:solidFill>
                  <a:schemeClr val="accent4"/>
                </a:solidFill>
                <a:latin typeface="Times New Roman"/>
                <a:ea typeface="Times New Roman"/>
                <a:cs typeface="Times New Roman"/>
                <a:sym typeface="Times New Roman"/>
              </a:rPr>
              <a:t>Sản</a:t>
            </a:r>
            <a:r>
              <a:rPr lang="en-US" sz="3300" b="1" dirty="0" smtClean="0">
                <a:solidFill>
                  <a:schemeClr val="accent4"/>
                </a:solidFill>
                <a:latin typeface="Times New Roman"/>
                <a:ea typeface="Times New Roman"/>
                <a:cs typeface="Times New Roman"/>
                <a:sym typeface="Times New Roman"/>
              </a:rPr>
              <a:t> </a:t>
            </a:r>
            <a:r>
              <a:rPr lang="en-US" sz="3300" b="1" dirty="0" err="1" smtClean="0">
                <a:solidFill>
                  <a:schemeClr val="accent4"/>
                </a:solidFill>
                <a:latin typeface="Times New Roman"/>
                <a:ea typeface="Times New Roman"/>
                <a:cs typeface="Times New Roman"/>
                <a:sym typeface="Times New Roman"/>
              </a:rPr>
              <a:t>Phẩm</a:t>
            </a:r>
            <a:endParaRPr dirty="0"/>
          </a:p>
        </p:txBody>
      </p:sp>
      <p:sp>
        <p:nvSpPr>
          <p:cNvPr id="202" name="Google Shape;202;p9"/>
          <p:cNvSpPr txBox="1">
            <a:spLocks noGrp="1"/>
          </p:cNvSpPr>
          <p:nvPr>
            <p:ph type="ftr" idx="11"/>
          </p:nvPr>
        </p:nvSpPr>
        <p:spPr>
          <a:xfrm>
            <a:off x="10820400" y="6227135"/>
            <a:ext cx="13716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600"/>
              <a:buFont typeface="Times New Roman"/>
              <a:buNone/>
            </a:pPr>
            <a:r>
              <a:rPr lang="en-US" sz="1600" b="1">
                <a:solidFill>
                  <a:srgbClr val="FFFFFF"/>
                </a:solidFill>
                <a:latin typeface="Times New Roman"/>
                <a:ea typeface="Times New Roman"/>
                <a:cs typeface="Times New Roman"/>
                <a:sym typeface="Times New Roman"/>
              </a:rPr>
              <a:t>3</a:t>
            </a:r>
            <a:r>
              <a:rPr lang="en-US" sz="1600" b="1" i="0" u="none" strike="noStrike" cap="none">
                <a:solidFill>
                  <a:srgbClr val="FFFFFF"/>
                </a:solidFill>
                <a:latin typeface="Times New Roman"/>
                <a:ea typeface="Times New Roman"/>
                <a:cs typeface="Times New Roman"/>
                <a:sym typeface="Times New Roman"/>
              </a:rPr>
              <a:t>/23</a:t>
            </a:r>
            <a:endParaRPr/>
          </a:p>
        </p:txBody>
      </p:sp>
      <p:sp>
        <p:nvSpPr>
          <p:cNvPr id="13" name="Rectangle 12"/>
          <p:cNvSpPr/>
          <p:nvPr/>
        </p:nvSpPr>
        <p:spPr>
          <a:xfrm>
            <a:off x="3754509" y="1092272"/>
            <a:ext cx="4621779" cy="646331"/>
          </a:xfrm>
          <a:prstGeom prst="rect">
            <a:avLst/>
          </a:prstGeom>
        </p:spPr>
        <p:txBody>
          <a:bodyPr wrap="none">
            <a:spAutoFit/>
          </a:bodyPr>
          <a:lstStyle/>
          <a:p>
            <a:pPr algn="ctr"/>
            <a:r>
              <a:rPr lang="en-US" sz="3600" dirty="0" err="1" smtClean="0">
                <a:ln w="0"/>
                <a:solidFill>
                  <a:schemeClr val="bg1"/>
                </a:solidFill>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Giao</a:t>
            </a:r>
            <a:r>
              <a:rPr lang="en-US" sz="3600" dirty="0" smtClean="0">
                <a:ln w="0"/>
                <a:solidFill>
                  <a:schemeClr val="bg1"/>
                </a:solidFill>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 </a:t>
            </a:r>
            <a:r>
              <a:rPr lang="en-US" sz="3600" dirty="0" err="1" smtClean="0">
                <a:ln w="0"/>
                <a:solidFill>
                  <a:schemeClr val="bg1"/>
                </a:solidFill>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diện</a:t>
            </a:r>
            <a:r>
              <a:rPr lang="en-US" sz="3600" dirty="0" smtClean="0">
                <a:ln w="0"/>
                <a:solidFill>
                  <a:schemeClr val="bg1"/>
                </a:solidFill>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 </a:t>
            </a:r>
            <a:r>
              <a:rPr lang="en-US" sz="3600" dirty="0" err="1" smtClean="0">
                <a:ln w="0"/>
                <a:solidFill>
                  <a:schemeClr val="bg1"/>
                </a:solidFill>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xem</a:t>
            </a:r>
            <a:r>
              <a:rPr lang="en-US" sz="3600" dirty="0" smtClean="0">
                <a:ln w="0"/>
                <a:solidFill>
                  <a:schemeClr val="bg1"/>
                </a:solidFill>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 </a:t>
            </a:r>
            <a:r>
              <a:rPr lang="en-US" sz="3600" dirty="0" err="1" smtClean="0">
                <a:ln w="0"/>
                <a:solidFill>
                  <a:schemeClr val="bg1"/>
                </a:solidFill>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giỏ</a:t>
            </a:r>
            <a:r>
              <a:rPr lang="en-US" sz="3600" dirty="0" smtClean="0">
                <a:ln w="0"/>
                <a:solidFill>
                  <a:schemeClr val="bg1"/>
                </a:solidFill>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 </a:t>
            </a:r>
            <a:r>
              <a:rPr lang="en-US" sz="3600" dirty="0" err="1" smtClean="0">
                <a:ln w="0"/>
                <a:solidFill>
                  <a:schemeClr val="bg1"/>
                </a:solidFill>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hàng</a:t>
            </a:r>
            <a:endParaRPr lang="en-US" sz="3600" dirty="0">
              <a:ln w="0"/>
              <a:solidFill>
                <a:schemeClr val="bg1"/>
              </a:solidFill>
              <a:effectLst>
                <a:reflection blurRad="6350" stA="53000" endA="300" endPos="35500" dir="5400000" sy="-90000" algn="bl" rotWithShape="0"/>
              </a:effectLst>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1549787" y="2006046"/>
            <a:ext cx="9031224" cy="3903585"/>
          </a:xfrm>
          <a:prstGeom prst="rect">
            <a:avLst/>
          </a:prstGeom>
        </p:spPr>
      </p:pic>
    </p:spTree>
    <p:extLst>
      <p:ext uri="{BB962C8B-B14F-4D97-AF65-F5344CB8AC3E}">
        <p14:creationId xmlns:p14="http://schemas.microsoft.com/office/powerpoint/2010/main" val="1484766506"/>
      </p:ext>
    </p:extLst>
  </p:cSld>
  <p:clrMapOvr>
    <a:masterClrMapping/>
  </p:clrMapOvr>
  <p:transition spd="med">
    <p:push/>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9"/>
          <p:cNvSpPr txBox="1">
            <a:spLocks noGrp="1"/>
          </p:cNvSpPr>
          <p:nvPr>
            <p:ph type="sldNum" idx="12"/>
          </p:nvPr>
        </p:nvSpPr>
        <p:spPr>
          <a:xfrm>
            <a:off x="9365511" y="6177074"/>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solidFill>
                  <a:srgbClr val="335338"/>
                </a:solidFill>
                <a:latin typeface="Times New Roman"/>
                <a:ea typeface="Times New Roman"/>
                <a:cs typeface="Times New Roman"/>
                <a:sym typeface="Times New Roman"/>
              </a:rPr>
              <a:t>10</a:t>
            </a:fld>
            <a:endParaRPr>
              <a:solidFill>
                <a:srgbClr val="335338"/>
              </a:solidFill>
              <a:latin typeface="Times New Roman"/>
              <a:ea typeface="Times New Roman"/>
              <a:cs typeface="Times New Roman"/>
              <a:sym typeface="Times New Roman"/>
            </a:endParaRPr>
          </a:p>
        </p:txBody>
      </p:sp>
      <p:sp>
        <p:nvSpPr>
          <p:cNvPr id="201" name="Google Shape;201;p9"/>
          <p:cNvSpPr txBox="1"/>
          <p:nvPr/>
        </p:nvSpPr>
        <p:spPr>
          <a:xfrm>
            <a:off x="4879608" y="159012"/>
            <a:ext cx="2371584" cy="635571"/>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accent4"/>
              </a:buClr>
              <a:buSzPts val="3300"/>
              <a:buFont typeface="Times New Roman"/>
              <a:buNone/>
            </a:pPr>
            <a:r>
              <a:rPr lang="en-US" sz="3300" b="1" dirty="0" err="1" smtClean="0">
                <a:solidFill>
                  <a:schemeClr val="accent4"/>
                </a:solidFill>
                <a:latin typeface="Times New Roman"/>
                <a:ea typeface="Times New Roman"/>
                <a:cs typeface="Times New Roman"/>
                <a:sym typeface="Times New Roman"/>
              </a:rPr>
              <a:t>Sản</a:t>
            </a:r>
            <a:r>
              <a:rPr lang="en-US" sz="3300" b="1" dirty="0" smtClean="0">
                <a:solidFill>
                  <a:schemeClr val="accent4"/>
                </a:solidFill>
                <a:latin typeface="Times New Roman"/>
                <a:ea typeface="Times New Roman"/>
                <a:cs typeface="Times New Roman"/>
                <a:sym typeface="Times New Roman"/>
              </a:rPr>
              <a:t> </a:t>
            </a:r>
            <a:r>
              <a:rPr lang="en-US" sz="3300" b="1" dirty="0" err="1" smtClean="0">
                <a:solidFill>
                  <a:schemeClr val="accent4"/>
                </a:solidFill>
                <a:latin typeface="Times New Roman"/>
                <a:ea typeface="Times New Roman"/>
                <a:cs typeface="Times New Roman"/>
                <a:sym typeface="Times New Roman"/>
              </a:rPr>
              <a:t>Phẩm</a:t>
            </a:r>
            <a:endParaRPr dirty="0"/>
          </a:p>
        </p:txBody>
      </p:sp>
      <p:sp>
        <p:nvSpPr>
          <p:cNvPr id="202" name="Google Shape;202;p9"/>
          <p:cNvSpPr txBox="1">
            <a:spLocks noGrp="1"/>
          </p:cNvSpPr>
          <p:nvPr>
            <p:ph type="ftr" idx="11"/>
          </p:nvPr>
        </p:nvSpPr>
        <p:spPr>
          <a:xfrm>
            <a:off x="10820400" y="6227135"/>
            <a:ext cx="13716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600"/>
              <a:buFont typeface="Times New Roman"/>
              <a:buNone/>
            </a:pPr>
            <a:r>
              <a:rPr lang="en-US" sz="1600" b="1">
                <a:solidFill>
                  <a:srgbClr val="FFFFFF"/>
                </a:solidFill>
                <a:latin typeface="Times New Roman"/>
                <a:ea typeface="Times New Roman"/>
                <a:cs typeface="Times New Roman"/>
                <a:sym typeface="Times New Roman"/>
              </a:rPr>
              <a:t>3</a:t>
            </a:r>
            <a:r>
              <a:rPr lang="en-US" sz="1600" b="1" i="0" u="none" strike="noStrike" cap="none">
                <a:solidFill>
                  <a:srgbClr val="FFFFFF"/>
                </a:solidFill>
                <a:latin typeface="Times New Roman"/>
                <a:ea typeface="Times New Roman"/>
                <a:cs typeface="Times New Roman"/>
                <a:sym typeface="Times New Roman"/>
              </a:rPr>
              <a:t>/23</a:t>
            </a:r>
            <a:endParaRPr/>
          </a:p>
        </p:txBody>
      </p:sp>
      <p:sp>
        <p:nvSpPr>
          <p:cNvPr id="13" name="Rectangle 12"/>
          <p:cNvSpPr/>
          <p:nvPr/>
        </p:nvSpPr>
        <p:spPr>
          <a:xfrm>
            <a:off x="3844279" y="1092272"/>
            <a:ext cx="4442243" cy="646331"/>
          </a:xfrm>
          <a:prstGeom prst="rect">
            <a:avLst/>
          </a:prstGeom>
        </p:spPr>
        <p:txBody>
          <a:bodyPr wrap="none">
            <a:spAutoFit/>
          </a:bodyPr>
          <a:lstStyle/>
          <a:p>
            <a:pPr algn="ctr"/>
            <a:r>
              <a:rPr lang="en-US" sz="3600" dirty="0" err="1" smtClean="0">
                <a:ln w="0"/>
                <a:solidFill>
                  <a:schemeClr val="bg1"/>
                </a:solidFill>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Giao</a:t>
            </a:r>
            <a:r>
              <a:rPr lang="en-US" sz="3600" dirty="0" smtClean="0">
                <a:ln w="0"/>
                <a:solidFill>
                  <a:schemeClr val="bg1"/>
                </a:solidFill>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 </a:t>
            </a:r>
            <a:r>
              <a:rPr lang="en-US" sz="3600" dirty="0" err="1" smtClean="0">
                <a:ln w="0"/>
                <a:solidFill>
                  <a:schemeClr val="bg1"/>
                </a:solidFill>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diện</a:t>
            </a:r>
            <a:r>
              <a:rPr lang="en-US" sz="3600" dirty="0" smtClean="0">
                <a:ln w="0"/>
                <a:solidFill>
                  <a:schemeClr val="bg1"/>
                </a:solidFill>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 </a:t>
            </a:r>
            <a:r>
              <a:rPr lang="en-US" sz="3600" dirty="0" err="1" smtClean="0">
                <a:ln w="0"/>
                <a:solidFill>
                  <a:schemeClr val="bg1"/>
                </a:solidFill>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trang</a:t>
            </a:r>
            <a:r>
              <a:rPr lang="en-US" sz="3600" dirty="0" smtClean="0">
                <a:ln w="0"/>
                <a:solidFill>
                  <a:schemeClr val="bg1"/>
                </a:solidFill>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 </a:t>
            </a:r>
            <a:r>
              <a:rPr lang="en-US" sz="3600" dirty="0" err="1" smtClean="0">
                <a:ln w="0"/>
                <a:solidFill>
                  <a:schemeClr val="bg1"/>
                </a:solidFill>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quản</a:t>
            </a:r>
            <a:r>
              <a:rPr lang="en-US" sz="3600" dirty="0" smtClean="0">
                <a:ln w="0"/>
                <a:solidFill>
                  <a:schemeClr val="bg1"/>
                </a:solidFill>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 </a:t>
            </a:r>
            <a:r>
              <a:rPr lang="en-US" sz="3600" dirty="0" err="1" smtClean="0">
                <a:ln w="0"/>
                <a:solidFill>
                  <a:schemeClr val="bg1"/>
                </a:solidFill>
                <a:effectLst>
                  <a:reflection blurRad="6350" stA="53000" endA="300" endPos="35500" dir="5400000" sy="-90000" algn="bl" rotWithShape="0"/>
                </a:effectLst>
                <a:latin typeface="Times New Roman" panose="02020603050405020304" pitchFamily="18" charset="0"/>
                <a:cs typeface="Times New Roman" panose="02020603050405020304" pitchFamily="18" charset="0"/>
              </a:rPr>
              <a:t>lí</a:t>
            </a:r>
            <a:endParaRPr lang="en-US" sz="3600" dirty="0">
              <a:ln w="0"/>
              <a:solidFill>
                <a:schemeClr val="bg1"/>
              </a:solidFill>
              <a:effectLst>
                <a:reflection blurRad="6350" stA="53000" endA="300" endPos="35500" dir="5400000" sy="-90000" algn="bl" rotWithShape="0"/>
              </a:effectLst>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3"/>
          <a:stretch>
            <a:fillRect/>
          </a:stretch>
        </p:blipFill>
        <p:spPr>
          <a:xfrm>
            <a:off x="1244988" y="2036292"/>
            <a:ext cx="9640824" cy="3955817"/>
          </a:xfrm>
          <a:prstGeom prst="rect">
            <a:avLst/>
          </a:prstGeom>
        </p:spPr>
      </p:pic>
    </p:spTree>
    <p:extLst>
      <p:ext uri="{BB962C8B-B14F-4D97-AF65-F5344CB8AC3E}">
        <p14:creationId xmlns:p14="http://schemas.microsoft.com/office/powerpoint/2010/main" val="2394215709"/>
      </p:ext>
    </p:extLst>
  </p:cSld>
  <p:clrMapOvr>
    <a:masterClrMapping/>
  </p:clrMapOvr>
  <p:transition spd="med">
    <p:push/>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10"/>
          <p:cNvSpPr txBox="1">
            <a:spLocks noGrp="1"/>
          </p:cNvSpPr>
          <p:nvPr>
            <p:ph type="sldNum" idx="12"/>
          </p:nvPr>
        </p:nvSpPr>
        <p:spPr>
          <a:xfrm>
            <a:off x="9365511" y="6177074"/>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solidFill>
                  <a:srgbClr val="335338"/>
                </a:solidFill>
                <a:latin typeface="Times New Roman"/>
                <a:ea typeface="Times New Roman"/>
                <a:cs typeface="Times New Roman"/>
                <a:sym typeface="Times New Roman"/>
              </a:rPr>
              <a:t>11</a:t>
            </a:fld>
            <a:endParaRPr>
              <a:solidFill>
                <a:srgbClr val="335338"/>
              </a:solidFill>
              <a:latin typeface="Times New Roman"/>
              <a:ea typeface="Times New Roman"/>
              <a:cs typeface="Times New Roman"/>
              <a:sym typeface="Times New Roman"/>
            </a:endParaRPr>
          </a:p>
        </p:txBody>
      </p:sp>
      <p:sp>
        <p:nvSpPr>
          <p:cNvPr id="212" name="Google Shape;212;p10"/>
          <p:cNvSpPr txBox="1"/>
          <p:nvPr/>
        </p:nvSpPr>
        <p:spPr>
          <a:xfrm>
            <a:off x="1664413" y="131580"/>
            <a:ext cx="8527551" cy="635571"/>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accent4"/>
              </a:buClr>
              <a:buSzPts val="3300"/>
              <a:buFont typeface="Times New Roman"/>
              <a:buNone/>
            </a:pPr>
            <a:r>
              <a:rPr lang="en-US" sz="3300" b="1">
                <a:solidFill>
                  <a:schemeClr val="accent4"/>
                </a:solidFill>
                <a:latin typeface="Times New Roman"/>
                <a:ea typeface="Times New Roman"/>
                <a:cs typeface="Times New Roman"/>
                <a:sym typeface="Times New Roman"/>
              </a:rPr>
              <a:t>KỊCH BẢN KIỂM THỬ </a:t>
            </a:r>
            <a:endParaRPr/>
          </a:p>
        </p:txBody>
      </p:sp>
      <p:sp>
        <p:nvSpPr>
          <p:cNvPr id="213" name="Google Shape;213;p10"/>
          <p:cNvSpPr txBox="1">
            <a:spLocks noGrp="1"/>
          </p:cNvSpPr>
          <p:nvPr>
            <p:ph type="ftr" idx="11"/>
          </p:nvPr>
        </p:nvSpPr>
        <p:spPr>
          <a:xfrm>
            <a:off x="10820400" y="6227135"/>
            <a:ext cx="13716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600"/>
              <a:buFont typeface="Times New Roman"/>
              <a:buNone/>
            </a:pPr>
            <a:r>
              <a:rPr lang="en-US" sz="1600" b="1">
                <a:solidFill>
                  <a:srgbClr val="FFFFFF"/>
                </a:solidFill>
                <a:latin typeface="Times New Roman"/>
                <a:ea typeface="Times New Roman"/>
                <a:cs typeface="Times New Roman"/>
                <a:sym typeface="Times New Roman"/>
              </a:rPr>
              <a:t>3</a:t>
            </a:r>
            <a:r>
              <a:rPr lang="en-US" sz="1600" b="1" i="0" u="none" strike="noStrike" cap="none">
                <a:solidFill>
                  <a:srgbClr val="FFFFFF"/>
                </a:solidFill>
                <a:latin typeface="Times New Roman"/>
                <a:ea typeface="Times New Roman"/>
                <a:cs typeface="Times New Roman"/>
                <a:sym typeface="Times New Roman"/>
              </a:rPr>
              <a:t>/23</a:t>
            </a:r>
            <a:endParaRPr/>
          </a:p>
        </p:txBody>
      </p:sp>
      <p:sp>
        <p:nvSpPr>
          <p:cNvPr id="214" name="Google Shape;214;p10"/>
          <p:cNvSpPr/>
          <p:nvPr/>
        </p:nvSpPr>
        <p:spPr>
          <a:xfrm>
            <a:off x="1229765" y="903121"/>
            <a:ext cx="9396846" cy="5137983"/>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1" dirty="0">
              <a:solidFill>
                <a:schemeClr val="lt1"/>
              </a:solidFill>
              <a:latin typeface="Calibri"/>
              <a:ea typeface="Calibri"/>
              <a:cs typeface="Calibri"/>
              <a:sym typeface="Calibri"/>
            </a:endParaRPr>
          </a:p>
          <a:p>
            <a:pPr marL="0" marR="0" lvl="0" indent="0" algn="l" rtl="0">
              <a:lnSpc>
                <a:spcPct val="120000"/>
              </a:lnSpc>
              <a:spcBef>
                <a:spcPts val="0"/>
              </a:spcBef>
              <a:spcAft>
                <a:spcPts val="0"/>
              </a:spcAft>
              <a:buNone/>
            </a:pPr>
            <a:endParaRPr sz="1800" b="1" dirty="0">
              <a:solidFill>
                <a:schemeClr val="lt1"/>
              </a:solidFill>
              <a:latin typeface="Times New Roman"/>
              <a:ea typeface="Times New Roman"/>
              <a:cs typeface="Times New Roman"/>
              <a:sym typeface="Times New Roman"/>
            </a:endParaRPr>
          </a:p>
          <a:p>
            <a:pPr marL="0" marR="0" lvl="0" indent="0" algn="l" rtl="0">
              <a:lnSpc>
                <a:spcPct val="120000"/>
              </a:lnSpc>
              <a:spcBef>
                <a:spcPts val="0"/>
              </a:spcBef>
              <a:spcAft>
                <a:spcPts val="0"/>
              </a:spcAft>
              <a:buNone/>
            </a:pPr>
            <a:r>
              <a:rPr lang="en-US" sz="2200" b="1" dirty="0" err="1">
                <a:solidFill>
                  <a:schemeClr val="lt1"/>
                </a:solidFill>
                <a:latin typeface="Times New Roman" panose="02020603050405020304" pitchFamily="18" charset="0"/>
                <a:ea typeface="Times New Roman"/>
                <a:cs typeface="Times New Roman" panose="02020603050405020304" pitchFamily="18" charset="0"/>
                <a:sym typeface="Times New Roman"/>
              </a:rPr>
              <a:t>Kiểm</a:t>
            </a:r>
            <a:r>
              <a:rPr lang="en-US" sz="2200" b="1"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b="1" dirty="0" err="1">
                <a:solidFill>
                  <a:schemeClr val="lt1"/>
                </a:solidFill>
                <a:latin typeface="Times New Roman" panose="02020603050405020304" pitchFamily="18" charset="0"/>
                <a:ea typeface="Times New Roman"/>
                <a:cs typeface="Times New Roman" panose="02020603050405020304" pitchFamily="18" charset="0"/>
                <a:sym typeface="Times New Roman"/>
              </a:rPr>
              <a:t>thử</a:t>
            </a:r>
            <a:r>
              <a:rPr lang="en-US" sz="2200" b="1"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b="1" dirty="0" err="1">
                <a:solidFill>
                  <a:schemeClr val="lt1"/>
                </a:solidFill>
                <a:latin typeface="Times New Roman" panose="02020603050405020304" pitchFamily="18" charset="0"/>
                <a:ea typeface="Times New Roman"/>
                <a:cs typeface="Times New Roman" panose="02020603050405020304" pitchFamily="18" charset="0"/>
                <a:sym typeface="Times New Roman"/>
              </a:rPr>
              <a:t>chức</a:t>
            </a:r>
            <a:r>
              <a:rPr lang="en-US" sz="2200" b="1"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b="1" dirty="0" err="1">
                <a:solidFill>
                  <a:schemeClr val="lt1"/>
                </a:solidFill>
                <a:latin typeface="Times New Roman" panose="02020603050405020304" pitchFamily="18" charset="0"/>
                <a:ea typeface="Times New Roman"/>
                <a:cs typeface="Times New Roman" panose="02020603050405020304" pitchFamily="18" charset="0"/>
                <a:sym typeface="Times New Roman"/>
              </a:rPr>
              <a:t>năng</a:t>
            </a:r>
            <a:r>
              <a:rPr lang="en-US" sz="2200" b="1" dirty="0">
                <a:solidFill>
                  <a:schemeClr val="lt1"/>
                </a:solidFill>
                <a:latin typeface="Times New Roman" panose="02020603050405020304" pitchFamily="18" charset="0"/>
                <a:ea typeface="Times New Roman"/>
                <a:cs typeface="Times New Roman" panose="02020603050405020304" pitchFamily="18" charset="0"/>
                <a:sym typeface="Times New Roman"/>
              </a:rPr>
              <a:t>: </a:t>
            </a:r>
            <a:endParaRPr sz="2200" dirty="0">
              <a:latin typeface="Times New Roman" panose="02020603050405020304" pitchFamily="18" charset="0"/>
              <a:cs typeface="Times New Roman" panose="02020603050405020304" pitchFamily="18" charset="0"/>
            </a:endParaRPr>
          </a:p>
          <a:p>
            <a:pPr marL="0" marR="0" lvl="0" indent="0" algn="l" rtl="0">
              <a:lnSpc>
                <a:spcPct val="120000"/>
              </a:lnSpc>
              <a:spcBef>
                <a:spcPts val="0"/>
              </a:spcBef>
              <a:spcAft>
                <a:spcPts val="0"/>
              </a:spcAft>
              <a:buNone/>
            </a:pP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1.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Đăng</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nhập</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và</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đăng</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ký</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Kiểm</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tra</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tính</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năng</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đăng</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nhập</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và</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đăng</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ký</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tài</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khoản</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mới</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bao</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gồm</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xác</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thực</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tài</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khoản</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và</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quên</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mật</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khẩu</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a:t>
            </a:r>
            <a:endParaRPr sz="2200" dirty="0">
              <a:latin typeface="Times New Roman" panose="02020603050405020304" pitchFamily="18" charset="0"/>
              <a:cs typeface="Times New Roman" panose="02020603050405020304" pitchFamily="18" charset="0"/>
            </a:endParaRPr>
          </a:p>
          <a:p>
            <a:pPr marL="0" marR="0" lvl="0" indent="0" algn="l" rtl="0">
              <a:lnSpc>
                <a:spcPct val="120000"/>
              </a:lnSpc>
              <a:spcBef>
                <a:spcPts val="0"/>
              </a:spcBef>
              <a:spcAft>
                <a:spcPts val="0"/>
              </a:spcAft>
              <a:buNone/>
            </a:pP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2.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Tìm</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kiếm</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sản</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phẩm</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Kiểm</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tra</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tính</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năng</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tìm</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kiếm</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sản</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phẩm</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bao</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gồm</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tìm</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kiếm</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theo</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tên</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danh</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mục</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a:t>
            </a:r>
            <a:endParaRPr sz="2200" dirty="0">
              <a:latin typeface="Times New Roman" panose="02020603050405020304" pitchFamily="18" charset="0"/>
              <a:cs typeface="Times New Roman" panose="02020603050405020304" pitchFamily="18" charset="0"/>
            </a:endParaRPr>
          </a:p>
          <a:p>
            <a:pPr marL="0" marR="0" lvl="0" indent="0" algn="l" rtl="0">
              <a:lnSpc>
                <a:spcPct val="120000"/>
              </a:lnSpc>
              <a:spcBef>
                <a:spcPts val="0"/>
              </a:spcBef>
              <a:spcAft>
                <a:spcPts val="0"/>
              </a:spcAft>
              <a:buNone/>
            </a:pP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4.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Thêm</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vào</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giỏ</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hàng</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Kiểm</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tra</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tính</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năng</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thêm</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sản</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phẩm</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vào</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giỏ</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hàng</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điều</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chỉnh</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số</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lượng</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và</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xóa</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sản</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phẩm</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khỏi</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giỏ</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hàng</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a:t>
            </a:r>
            <a:endParaRPr sz="2200" dirty="0">
              <a:latin typeface="Times New Roman" panose="02020603050405020304" pitchFamily="18" charset="0"/>
              <a:cs typeface="Times New Roman" panose="02020603050405020304" pitchFamily="18" charset="0"/>
            </a:endParaRPr>
          </a:p>
          <a:p>
            <a:pPr marL="0" marR="0" lvl="0" indent="0" algn="l" rtl="0">
              <a:lnSpc>
                <a:spcPct val="120000"/>
              </a:lnSpc>
              <a:spcBef>
                <a:spcPts val="0"/>
              </a:spcBef>
              <a:spcAft>
                <a:spcPts val="0"/>
              </a:spcAft>
              <a:buNone/>
            </a:pP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5.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Thanh</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toán</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Kiểm</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tra</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tính</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năng</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thanh</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toán</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bao</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gồm</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chọn</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phương</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thức</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thanh</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toán</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điền</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thông</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tin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thanh</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toán</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a:t>
            </a:r>
            <a:endParaRPr sz="2200" dirty="0">
              <a:solidFill>
                <a:schemeClr val="lt1"/>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l" rtl="0">
              <a:lnSpc>
                <a:spcPct val="120000"/>
              </a:lnSpc>
              <a:spcBef>
                <a:spcPts val="0"/>
              </a:spcBef>
              <a:spcAft>
                <a:spcPts val="0"/>
              </a:spcAft>
              <a:buNone/>
            </a:pP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6.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Quản</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lý</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đơn</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hàng</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Kiểm</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tra</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khả</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năng</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xem</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lịch</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sử</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đơn</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hàng</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theo</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dõi</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trạng</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thái</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đơn</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hàng</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a:t>
            </a:r>
            <a:endParaRPr sz="2200" dirty="0">
              <a:latin typeface="Times New Roman" panose="02020603050405020304" pitchFamily="18" charset="0"/>
              <a:cs typeface="Times New Roman" panose="02020603050405020304" pitchFamily="18" charset="0"/>
            </a:endParaRPr>
          </a:p>
          <a:p>
            <a:pPr marL="0" marR="0" lvl="0" indent="0" algn="l" rtl="0">
              <a:lnSpc>
                <a:spcPct val="150000"/>
              </a:lnSpc>
              <a:spcBef>
                <a:spcPts val="0"/>
              </a:spcBef>
              <a:spcAft>
                <a:spcPts val="0"/>
              </a:spcAft>
              <a:buNone/>
            </a:pPr>
            <a:endParaRPr sz="1800" dirty="0">
              <a:solidFill>
                <a:schemeClr val="lt1"/>
              </a:solidFill>
              <a:latin typeface="Times New Roman"/>
              <a:ea typeface="Times New Roman"/>
              <a:cs typeface="Times New Roman"/>
              <a:sym typeface="Times New Roman"/>
            </a:endParaRPr>
          </a:p>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4"/>
                                        </p:tgtEl>
                                        <p:attrNameLst>
                                          <p:attrName>style.visibility</p:attrName>
                                        </p:attrNameLst>
                                      </p:cBhvr>
                                      <p:to>
                                        <p:strVal val="visible"/>
                                      </p:to>
                                    </p:set>
                                    <p:animEffect transition="in" filter="fade">
                                      <p:cBhvr>
                                        <p:cTn id="7" dur="500"/>
                                        <p:tgtEl>
                                          <p:spTgt spid="2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10"/>
          <p:cNvSpPr txBox="1">
            <a:spLocks noGrp="1"/>
          </p:cNvSpPr>
          <p:nvPr>
            <p:ph type="sldNum" idx="12"/>
          </p:nvPr>
        </p:nvSpPr>
        <p:spPr>
          <a:xfrm>
            <a:off x="9365511" y="6177074"/>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solidFill>
                  <a:srgbClr val="335338"/>
                </a:solidFill>
                <a:latin typeface="Times New Roman"/>
                <a:ea typeface="Times New Roman"/>
                <a:cs typeface="Times New Roman"/>
                <a:sym typeface="Times New Roman"/>
              </a:rPr>
              <a:t>12</a:t>
            </a:fld>
            <a:endParaRPr>
              <a:solidFill>
                <a:srgbClr val="335338"/>
              </a:solidFill>
              <a:latin typeface="Times New Roman"/>
              <a:ea typeface="Times New Roman"/>
              <a:cs typeface="Times New Roman"/>
              <a:sym typeface="Times New Roman"/>
            </a:endParaRPr>
          </a:p>
        </p:txBody>
      </p:sp>
      <p:sp>
        <p:nvSpPr>
          <p:cNvPr id="212" name="Google Shape;212;p10"/>
          <p:cNvSpPr txBox="1"/>
          <p:nvPr/>
        </p:nvSpPr>
        <p:spPr>
          <a:xfrm>
            <a:off x="1664413" y="131580"/>
            <a:ext cx="8527551" cy="635571"/>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accent4"/>
              </a:buClr>
              <a:buSzPts val="3300"/>
              <a:buFont typeface="Times New Roman"/>
              <a:buNone/>
            </a:pPr>
            <a:r>
              <a:rPr lang="en-US" sz="3300" b="1">
                <a:solidFill>
                  <a:schemeClr val="accent4"/>
                </a:solidFill>
                <a:latin typeface="Times New Roman"/>
                <a:ea typeface="Times New Roman"/>
                <a:cs typeface="Times New Roman"/>
                <a:sym typeface="Times New Roman"/>
              </a:rPr>
              <a:t>KỊCH BẢN KIỂM THỬ </a:t>
            </a:r>
            <a:endParaRPr/>
          </a:p>
        </p:txBody>
      </p:sp>
      <p:sp>
        <p:nvSpPr>
          <p:cNvPr id="213" name="Google Shape;213;p10"/>
          <p:cNvSpPr txBox="1">
            <a:spLocks noGrp="1"/>
          </p:cNvSpPr>
          <p:nvPr>
            <p:ph type="ftr" idx="11"/>
          </p:nvPr>
        </p:nvSpPr>
        <p:spPr>
          <a:xfrm>
            <a:off x="10820400" y="6227135"/>
            <a:ext cx="13716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600"/>
              <a:buFont typeface="Times New Roman"/>
              <a:buNone/>
            </a:pPr>
            <a:r>
              <a:rPr lang="en-US" sz="1600" b="1">
                <a:solidFill>
                  <a:srgbClr val="FFFFFF"/>
                </a:solidFill>
                <a:latin typeface="Times New Roman"/>
                <a:ea typeface="Times New Roman"/>
                <a:cs typeface="Times New Roman"/>
                <a:sym typeface="Times New Roman"/>
              </a:rPr>
              <a:t>3</a:t>
            </a:r>
            <a:r>
              <a:rPr lang="en-US" sz="1600" b="1" i="0" u="none" strike="noStrike" cap="none">
                <a:solidFill>
                  <a:srgbClr val="FFFFFF"/>
                </a:solidFill>
                <a:latin typeface="Times New Roman"/>
                <a:ea typeface="Times New Roman"/>
                <a:cs typeface="Times New Roman"/>
                <a:sym typeface="Times New Roman"/>
              </a:rPr>
              <a:t>/23</a:t>
            </a:r>
            <a:endParaRPr/>
          </a:p>
        </p:txBody>
      </p:sp>
      <p:pic>
        <p:nvPicPr>
          <p:cNvPr id="3" name="Picture 2">
            <a:extLst>
              <a:ext uri="{FF2B5EF4-FFF2-40B4-BE49-F238E27FC236}">
                <a16:creationId xmlns:a16="http://schemas.microsoft.com/office/drawing/2014/main" id="{C2F63C2E-88B7-01CB-CEF4-8C3456B65D8B}"/>
              </a:ext>
            </a:extLst>
          </p:cNvPr>
          <p:cNvPicPr>
            <a:picLocks noChangeAspect="1"/>
          </p:cNvPicPr>
          <p:nvPr/>
        </p:nvPicPr>
        <p:blipFill>
          <a:blip r:embed="rId3"/>
          <a:stretch>
            <a:fillRect/>
          </a:stretch>
        </p:blipFill>
        <p:spPr>
          <a:xfrm>
            <a:off x="2772249" y="1030913"/>
            <a:ext cx="5948964" cy="479617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4" name="TextBox 3">
            <a:extLst>
              <a:ext uri="{FF2B5EF4-FFF2-40B4-BE49-F238E27FC236}">
                <a16:creationId xmlns:a16="http://schemas.microsoft.com/office/drawing/2014/main" id="{5FADD0EC-5E16-A032-7D5F-0A9E56114A6F}"/>
              </a:ext>
            </a:extLst>
          </p:cNvPr>
          <p:cNvSpPr txBox="1"/>
          <p:nvPr/>
        </p:nvSpPr>
        <p:spPr>
          <a:xfrm>
            <a:off x="2782529" y="5875405"/>
            <a:ext cx="5938684" cy="430887"/>
          </a:xfrm>
          <a:prstGeom prst="rect">
            <a:avLst/>
          </a:prstGeom>
          <a:noFill/>
        </p:spPr>
        <p:txBody>
          <a:bodyPr wrap="square" rtlCol="0">
            <a:spAutoFit/>
          </a:bodyPr>
          <a:lstStyle/>
          <a:p>
            <a:pPr algn="ctr"/>
            <a:r>
              <a:rPr lang="en-US" sz="2200">
                <a:solidFill>
                  <a:schemeClr val="bg1"/>
                </a:solidFill>
                <a:latin typeface="Times New Roman" panose="02020603050405020304" pitchFamily="18" charset="0"/>
                <a:cs typeface="Times New Roman" panose="02020603050405020304" pitchFamily="18" charset="0"/>
              </a:rPr>
              <a:t>Hình 1.6 Bảng kịch bản kiểm thử</a:t>
            </a:r>
            <a:endParaRPr lang="vi-VN" sz="220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15947491"/>
      </p:ext>
    </p:extLst>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barn(inVertical)">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11"/>
          <p:cNvSpPr txBox="1">
            <a:spLocks noGrp="1"/>
          </p:cNvSpPr>
          <p:nvPr>
            <p:ph type="sldNum" idx="12"/>
          </p:nvPr>
        </p:nvSpPr>
        <p:spPr>
          <a:xfrm>
            <a:off x="9365511" y="6177074"/>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solidFill>
                  <a:srgbClr val="335338"/>
                </a:solidFill>
                <a:latin typeface="Times New Roman"/>
                <a:ea typeface="Times New Roman"/>
                <a:cs typeface="Times New Roman"/>
                <a:sym typeface="Times New Roman"/>
              </a:rPr>
              <a:t>13</a:t>
            </a:fld>
            <a:endParaRPr>
              <a:solidFill>
                <a:srgbClr val="335338"/>
              </a:solidFill>
              <a:latin typeface="Times New Roman"/>
              <a:ea typeface="Times New Roman"/>
              <a:cs typeface="Times New Roman"/>
              <a:sym typeface="Times New Roman"/>
            </a:endParaRPr>
          </a:p>
        </p:txBody>
      </p:sp>
      <p:sp>
        <p:nvSpPr>
          <p:cNvPr id="220" name="Google Shape;220;p11"/>
          <p:cNvSpPr txBox="1"/>
          <p:nvPr/>
        </p:nvSpPr>
        <p:spPr>
          <a:xfrm>
            <a:off x="1664413" y="131580"/>
            <a:ext cx="8527551" cy="635571"/>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accent4"/>
              </a:buClr>
              <a:buSzPts val="3300"/>
              <a:buFont typeface="Times New Roman"/>
              <a:buNone/>
            </a:pPr>
            <a:r>
              <a:rPr lang="en-US" sz="3300" b="1">
                <a:solidFill>
                  <a:schemeClr val="accent4"/>
                </a:solidFill>
                <a:latin typeface="Times New Roman"/>
                <a:ea typeface="Times New Roman"/>
                <a:cs typeface="Times New Roman"/>
                <a:sym typeface="Times New Roman"/>
              </a:rPr>
              <a:t>KẾT LUẬN</a:t>
            </a:r>
            <a:endParaRPr/>
          </a:p>
        </p:txBody>
      </p:sp>
      <p:sp>
        <p:nvSpPr>
          <p:cNvPr id="221" name="Google Shape;221;p11"/>
          <p:cNvSpPr txBox="1">
            <a:spLocks noGrp="1"/>
          </p:cNvSpPr>
          <p:nvPr>
            <p:ph type="ftr" idx="11"/>
          </p:nvPr>
        </p:nvSpPr>
        <p:spPr>
          <a:xfrm>
            <a:off x="10820400" y="6227135"/>
            <a:ext cx="13716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600"/>
              <a:buFont typeface="Times New Roman"/>
              <a:buNone/>
            </a:pPr>
            <a:r>
              <a:rPr lang="en-US" sz="1600" b="1">
                <a:solidFill>
                  <a:srgbClr val="FFFFFF"/>
                </a:solidFill>
                <a:latin typeface="Times New Roman"/>
                <a:ea typeface="Times New Roman"/>
                <a:cs typeface="Times New Roman"/>
                <a:sym typeface="Times New Roman"/>
              </a:rPr>
              <a:t>3</a:t>
            </a:r>
            <a:r>
              <a:rPr lang="en-US" sz="1600" b="1" i="0" u="none" strike="noStrike" cap="none">
                <a:solidFill>
                  <a:srgbClr val="FFFFFF"/>
                </a:solidFill>
                <a:latin typeface="Times New Roman"/>
                <a:ea typeface="Times New Roman"/>
                <a:cs typeface="Times New Roman"/>
                <a:sym typeface="Times New Roman"/>
              </a:rPr>
              <a:t>/23</a:t>
            </a:r>
            <a:endParaRPr/>
          </a:p>
        </p:txBody>
      </p:sp>
      <p:sp>
        <p:nvSpPr>
          <p:cNvPr id="222" name="Google Shape;222;p11"/>
          <p:cNvSpPr/>
          <p:nvPr/>
        </p:nvSpPr>
        <p:spPr>
          <a:xfrm>
            <a:off x="859537" y="1090609"/>
            <a:ext cx="10268712" cy="5111496"/>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90170" lvl="0" indent="457200" algn="l" rtl="0">
              <a:lnSpc>
                <a:spcPct val="120000"/>
              </a:lnSpc>
              <a:spcBef>
                <a:spcPts val="0"/>
              </a:spcBef>
              <a:spcAft>
                <a:spcPts val="0"/>
              </a:spcAft>
              <a:buNone/>
            </a:pPr>
            <a:r>
              <a:rPr lang="en-US" sz="2200" b="1" dirty="0" err="1">
                <a:solidFill>
                  <a:schemeClr val="lt1"/>
                </a:solidFill>
                <a:latin typeface="Times New Roman" panose="02020603050405020304" pitchFamily="18" charset="0"/>
                <a:ea typeface="Times New Roman"/>
                <a:cs typeface="Times New Roman" panose="02020603050405020304" pitchFamily="18" charset="0"/>
                <a:sym typeface="Times New Roman"/>
              </a:rPr>
              <a:t>Về</a:t>
            </a:r>
            <a:r>
              <a:rPr lang="en-US" sz="2200" b="1"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b="1" dirty="0" err="1">
                <a:solidFill>
                  <a:schemeClr val="lt1"/>
                </a:solidFill>
                <a:latin typeface="Times New Roman" panose="02020603050405020304" pitchFamily="18" charset="0"/>
                <a:ea typeface="Times New Roman"/>
                <a:cs typeface="Times New Roman" panose="02020603050405020304" pitchFamily="18" charset="0"/>
                <a:sym typeface="Times New Roman"/>
              </a:rPr>
              <a:t>công</a:t>
            </a:r>
            <a:r>
              <a:rPr lang="en-US" sz="2200" b="1"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b="1" dirty="0" err="1">
                <a:solidFill>
                  <a:schemeClr val="lt1"/>
                </a:solidFill>
                <a:latin typeface="Times New Roman" panose="02020603050405020304" pitchFamily="18" charset="0"/>
                <a:ea typeface="Times New Roman"/>
                <a:cs typeface="Times New Roman" panose="02020603050405020304" pitchFamily="18" charset="0"/>
                <a:sym typeface="Times New Roman"/>
              </a:rPr>
              <a:t>nghệ</a:t>
            </a:r>
            <a:r>
              <a:rPr lang="en-US" sz="2200" b="1" dirty="0">
                <a:solidFill>
                  <a:schemeClr val="lt1"/>
                </a:solidFill>
                <a:latin typeface="Times New Roman" panose="02020603050405020304" pitchFamily="18" charset="0"/>
                <a:ea typeface="Times New Roman"/>
                <a:cs typeface="Times New Roman" panose="02020603050405020304" pitchFamily="18" charset="0"/>
                <a:sym typeface="Times New Roman"/>
              </a:rPr>
              <a:t>:</a:t>
            </a:r>
            <a:endParaRPr sz="2200" dirty="0">
              <a:solidFill>
                <a:schemeClr val="lt1"/>
              </a:solidFill>
              <a:latin typeface="Times New Roman" panose="02020603050405020304" pitchFamily="18" charset="0"/>
              <a:ea typeface="Times New Roman"/>
              <a:cs typeface="Times New Roman" panose="02020603050405020304" pitchFamily="18" charset="0"/>
              <a:sym typeface="Times New Roman"/>
            </a:endParaRPr>
          </a:p>
          <a:p>
            <a:pPr marL="342900" marR="90170" lvl="0" indent="-342900" algn="l" rtl="0">
              <a:lnSpc>
                <a:spcPct val="120000"/>
              </a:lnSpc>
              <a:spcBef>
                <a:spcPts val="0"/>
              </a:spcBef>
              <a:spcAft>
                <a:spcPts val="0"/>
              </a:spcAft>
              <a:buClr>
                <a:schemeClr val="lt1"/>
              </a:buClr>
              <a:buSzPts val="1800"/>
              <a:buFont typeface="Noto Sans Symbols"/>
              <a:buChar char="−"/>
            </a:pP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Sử</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dụng</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được</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ngôn</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ngữ</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công</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nghệ</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lập</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trình</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Microsoft ASP.NET(</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sử</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dụng</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ngôn</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ngữ</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C</a:t>
            </a:r>
            <a:r>
              <a:rPr lang="en-US" sz="2200" dirty="0" smtClean="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vi-VN" sz="2200" dirty="0">
                <a:solidFill>
                  <a:schemeClr val="lt1"/>
                </a:solidFill>
                <a:latin typeface="Times New Roman" panose="02020603050405020304" pitchFamily="18" charset="0"/>
                <a:ea typeface="Times New Roman"/>
                <a:cs typeface="Times New Roman" panose="02020603050405020304" pitchFamily="18" charset="0"/>
                <a:sym typeface="Times New Roman"/>
              </a:rPr>
              <a:t>ứng dụng các câu lệnh trong MySQL để thực hiện truy vấn.</a:t>
            </a:r>
            <a:endParaRPr sz="2200" dirty="0">
              <a:solidFill>
                <a:schemeClr val="lt1"/>
              </a:solidFill>
              <a:latin typeface="Times New Roman" panose="02020603050405020304" pitchFamily="18" charset="0"/>
              <a:ea typeface="Times New Roman"/>
              <a:cs typeface="Times New Roman" panose="02020603050405020304" pitchFamily="18" charset="0"/>
              <a:sym typeface="Times New Roman"/>
            </a:endParaRPr>
          </a:p>
          <a:p>
            <a:pPr marL="342900" marR="90170" lvl="0" indent="-342900" algn="l" rtl="0">
              <a:lnSpc>
                <a:spcPct val="120000"/>
              </a:lnSpc>
              <a:spcBef>
                <a:spcPts val="0"/>
              </a:spcBef>
              <a:spcAft>
                <a:spcPts val="0"/>
              </a:spcAft>
              <a:buClr>
                <a:schemeClr val="lt1"/>
              </a:buClr>
              <a:buSzPts val="1800"/>
              <a:buFont typeface="Noto Sans Symbols"/>
              <a:buChar char="−"/>
            </a:pP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Hiểu</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được</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quá</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trình</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thiết</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kế</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một</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website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thực</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tế</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đi</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từ</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bước</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cơ</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bản</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khảo</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sát</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dự</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án</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phân</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tích</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hệ</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thống</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thiết</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kế</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thực</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hiện</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kiểm</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thử</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triển</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khai</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bảo</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trì</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a:t>
            </a:r>
            <a:endParaRPr sz="2200" dirty="0">
              <a:latin typeface="Times New Roman" panose="02020603050405020304" pitchFamily="18" charset="0"/>
              <a:cs typeface="Times New Roman" panose="02020603050405020304" pitchFamily="18" charset="0"/>
            </a:endParaRPr>
          </a:p>
          <a:p>
            <a:pPr marL="0" marR="90170" lvl="0" indent="457200" algn="l" rtl="0">
              <a:lnSpc>
                <a:spcPct val="120000"/>
              </a:lnSpc>
              <a:spcBef>
                <a:spcPts val="0"/>
              </a:spcBef>
              <a:spcAft>
                <a:spcPts val="0"/>
              </a:spcAft>
              <a:buNone/>
            </a:pPr>
            <a:r>
              <a:rPr lang="en-US" sz="2200" b="1" dirty="0" err="1">
                <a:solidFill>
                  <a:schemeClr val="lt1"/>
                </a:solidFill>
                <a:latin typeface="Times New Roman" panose="02020603050405020304" pitchFamily="18" charset="0"/>
                <a:ea typeface="Times New Roman"/>
                <a:cs typeface="Times New Roman" panose="02020603050405020304" pitchFamily="18" charset="0"/>
                <a:sym typeface="Times New Roman"/>
              </a:rPr>
              <a:t>Hướng</a:t>
            </a:r>
            <a:r>
              <a:rPr lang="en-US" sz="2200" b="1"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b="1" dirty="0" err="1">
                <a:solidFill>
                  <a:schemeClr val="lt1"/>
                </a:solidFill>
                <a:latin typeface="Times New Roman" panose="02020603050405020304" pitchFamily="18" charset="0"/>
                <a:ea typeface="Times New Roman"/>
                <a:cs typeface="Times New Roman" panose="02020603050405020304" pitchFamily="18" charset="0"/>
                <a:sym typeface="Times New Roman"/>
              </a:rPr>
              <a:t>phát</a:t>
            </a:r>
            <a:r>
              <a:rPr lang="en-US" sz="2200" b="1"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b="1" dirty="0" err="1">
                <a:solidFill>
                  <a:schemeClr val="lt1"/>
                </a:solidFill>
                <a:latin typeface="Times New Roman" panose="02020603050405020304" pitchFamily="18" charset="0"/>
                <a:ea typeface="Times New Roman"/>
                <a:cs typeface="Times New Roman" panose="02020603050405020304" pitchFamily="18" charset="0"/>
                <a:sym typeface="Times New Roman"/>
              </a:rPr>
              <a:t>triển</a:t>
            </a:r>
            <a:endParaRPr sz="2200" dirty="0">
              <a:solidFill>
                <a:schemeClr val="lt1"/>
              </a:solidFill>
              <a:latin typeface="Times New Roman" panose="02020603050405020304" pitchFamily="18" charset="0"/>
              <a:ea typeface="Times New Roman"/>
              <a:cs typeface="Times New Roman" panose="02020603050405020304" pitchFamily="18" charset="0"/>
              <a:sym typeface="Times New Roman"/>
            </a:endParaRPr>
          </a:p>
          <a:p>
            <a:pPr marL="342900" marR="90170" lvl="0" indent="-342900" algn="l" rtl="0">
              <a:lnSpc>
                <a:spcPct val="120000"/>
              </a:lnSpc>
              <a:spcBef>
                <a:spcPts val="0"/>
              </a:spcBef>
              <a:spcAft>
                <a:spcPts val="0"/>
              </a:spcAft>
              <a:buClr>
                <a:schemeClr val="lt1"/>
              </a:buClr>
              <a:buSzPts val="1800"/>
              <a:buFont typeface="Noto Sans Symbols"/>
              <a:buChar char="−"/>
            </a:pP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Tiếp</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tục</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hoàn</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thiện</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các</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tính</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năng</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mở</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rộng</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phần</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mềm</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nhằm</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cải</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tiến</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và</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nâng</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cấp</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chương</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trình</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a:t>
            </a:r>
            <a:endParaRPr sz="2200" dirty="0">
              <a:latin typeface="Times New Roman" panose="02020603050405020304" pitchFamily="18" charset="0"/>
              <a:cs typeface="Times New Roman" panose="02020603050405020304" pitchFamily="18" charset="0"/>
            </a:endParaRPr>
          </a:p>
          <a:p>
            <a:pPr marL="342900" marR="90170" lvl="0" indent="-342900" algn="l" rtl="0">
              <a:lnSpc>
                <a:spcPct val="120000"/>
              </a:lnSpc>
              <a:spcBef>
                <a:spcPts val="0"/>
              </a:spcBef>
              <a:spcAft>
                <a:spcPts val="0"/>
              </a:spcAft>
              <a:buClr>
                <a:schemeClr val="lt1"/>
              </a:buClr>
              <a:buSzPts val="1800"/>
              <a:buFont typeface="Noto Sans Symbols"/>
              <a:buChar char="−"/>
            </a:pP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Hoàn</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thiện</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chương</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trình</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sửa</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chữa</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các</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lỗi</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cải</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thiện</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tính</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bảo</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mật</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a:t>
            </a:r>
            <a:endParaRPr sz="2200" dirty="0">
              <a:latin typeface="Times New Roman" panose="02020603050405020304" pitchFamily="18" charset="0"/>
              <a:cs typeface="Times New Roman" panose="02020603050405020304" pitchFamily="18" charset="0"/>
            </a:endParaRPr>
          </a:p>
          <a:p>
            <a:pPr marL="342900" marR="90170" lvl="0" indent="-342900" algn="l" rtl="0">
              <a:lnSpc>
                <a:spcPct val="120000"/>
              </a:lnSpc>
              <a:spcBef>
                <a:spcPts val="0"/>
              </a:spcBef>
              <a:spcAft>
                <a:spcPts val="0"/>
              </a:spcAft>
              <a:buClr>
                <a:schemeClr val="lt1"/>
              </a:buClr>
              <a:buSzPts val="1800"/>
              <a:buFont typeface="Noto Sans Symbols"/>
              <a:buChar char="−"/>
            </a:pP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Xây</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dựng</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Website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quy</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mô</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lớn</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hơn</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với</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nhiều</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ứng</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dụng</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a:solidFill>
                  <a:schemeClr val="lt1"/>
                </a:solidFill>
                <a:latin typeface="Times New Roman" panose="02020603050405020304" pitchFamily="18" charset="0"/>
                <a:ea typeface="Times New Roman"/>
                <a:cs typeface="Times New Roman" panose="02020603050405020304" pitchFamily="18" charset="0"/>
                <a:sym typeface="Times New Roman"/>
              </a:rPr>
              <a:t>như</a:t>
            </a:r>
            <a:r>
              <a:rPr lang="en-US" sz="2200" dirty="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smtClean="0">
                <a:solidFill>
                  <a:schemeClr val="lt1"/>
                </a:solidFill>
                <a:latin typeface="Times New Roman" panose="02020603050405020304" pitchFamily="18" charset="0"/>
                <a:ea typeface="Times New Roman"/>
                <a:cs typeface="Times New Roman" panose="02020603050405020304" pitchFamily="18" charset="0"/>
                <a:sym typeface="Times New Roman"/>
              </a:rPr>
              <a:t>chatbox</a:t>
            </a:r>
            <a:r>
              <a:rPr lang="en-US" sz="2200" dirty="0" smtClean="0">
                <a:solidFill>
                  <a:schemeClr val="lt1"/>
                </a:solidFill>
                <a:latin typeface="Times New Roman" panose="02020603050405020304" pitchFamily="18" charset="0"/>
                <a:ea typeface="Times New Roman"/>
                <a:cs typeface="Times New Roman" panose="02020603050405020304" pitchFamily="18" charset="0"/>
                <a:sym typeface="Times New Roman"/>
              </a:rPr>
              <a:t> AI, </a:t>
            </a:r>
            <a:r>
              <a:rPr lang="en-US" sz="2200" dirty="0" err="1" smtClean="0">
                <a:solidFill>
                  <a:schemeClr val="lt1"/>
                </a:solidFill>
                <a:latin typeface="Times New Roman" panose="02020603050405020304" pitchFamily="18" charset="0"/>
                <a:ea typeface="Times New Roman"/>
                <a:cs typeface="Times New Roman" panose="02020603050405020304" pitchFamily="18" charset="0"/>
                <a:sym typeface="Times New Roman"/>
              </a:rPr>
              <a:t>gợi</a:t>
            </a:r>
            <a:r>
              <a:rPr lang="en-US" sz="2200" dirty="0" smtClean="0">
                <a:solidFill>
                  <a:schemeClr val="lt1"/>
                </a:solidFill>
                <a:latin typeface="Times New Roman" panose="02020603050405020304" pitchFamily="18" charset="0"/>
                <a:ea typeface="Times New Roman"/>
                <a:cs typeface="Times New Roman" panose="02020603050405020304" pitchFamily="18" charset="0"/>
                <a:sym typeface="Times New Roman"/>
              </a:rPr>
              <a:t> ý </a:t>
            </a:r>
            <a:r>
              <a:rPr lang="en-US" sz="2200" dirty="0" err="1" smtClean="0">
                <a:solidFill>
                  <a:schemeClr val="lt1"/>
                </a:solidFill>
                <a:latin typeface="Times New Roman" panose="02020603050405020304" pitchFamily="18" charset="0"/>
                <a:ea typeface="Times New Roman"/>
                <a:cs typeface="Times New Roman" panose="02020603050405020304" pitchFamily="18" charset="0"/>
                <a:sym typeface="Times New Roman"/>
              </a:rPr>
              <a:t>sản</a:t>
            </a:r>
            <a:r>
              <a:rPr lang="en-US" sz="2200" dirty="0" smtClean="0">
                <a:solidFill>
                  <a:schemeClr val="lt1"/>
                </a:solidFill>
                <a:latin typeface="Times New Roman" panose="02020603050405020304" pitchFamily="18" charset="0"/>
                <a:ea typeface="Times New Roman"/>
                <a:cs typeface="Times New Roman" panose="02020603050405020304" pitchFamily="18" charset="0"/>
                <a:sym typeface="Times New Roman"/>
              </a:rPr>
              <a:t> </a:t>
            </a:r>
            <a:r>
              <a:rPr lang="en-US" sz="2200" dirty="0" err="1" smtClean="0">
                <a:solidFill>
                  <a:schemeClr val="lt1"/>
                </a:solidFill>
                <a:latin typeface="Times New Roman" panose="02020603050405020304" pitchFamily="18" charset="0"/>
                <a:ea typeface="Times New Roman"/>
                <a:cs typeface="Times New Roman" panose="02020603050405020304" pitchFamily="18" charset="0"/>
                <a:sym typeface="Times New Roman"/>
              </a:rPr>
              <a:t>phẩm</a:t>
            </a:r>
            <a:endParaRPr sz="2200" dirty="0">
              <a:latin typeface="Times New Roman" panose="02020603050405020304" pitchFamily="18" charset="0"/>
              <a:cs typeface="Times New Roman" panose="02020603050405020304" pitchFamily="18" charset="0"/>
            </a:endParaRPr>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22"/>
                                        </p:tgtEl>
                                        <p:attrNameLst>
                                          <p:attrName>style.visibility</p:attrName>
                                        </p:attrNameLst>
                                      </p:cBhvr>
                                      <p:to>
                                        <p:strVal val="visible"/>
                                      </p:to>
                                    </p:set>
                                    <p:animEffect transition="in" filter="wipe(down)">
                                      <p:cBhvr>
                                        <p:cTn id="7" dur="500"/>
                                        <p:tgtEl>
                                          <p:spTgt spid="2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12"/>
          <p:cNvSpPr txBox="1">
            <a:spLocks noGrp="1"/>
          </p:cNvSpPr>
          <p:nvPr>
            <p:ph type="sldNum" idx="12"/>
          </p:nvPr>
        </p:nvSpPr>
        <p:spPr>
          <a:xfrm>
            <a:off x="9365511" y="6177074"/>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solidFill>
                  <a:srgbClr val="335338"/>
                </a:solidFill>
                <a:latin typeface="Times New Roman"/>
                <a:ea typeface="Times New Roman"/>
                <a:cs typeface="Times New Roman"/>
                <a:sym typeface="Times New Roman"/>
              </a:rPr>
              <a:t>14</a:t>
            </a:fld>
            <a:endParaRPr>
              <a:solidFill>
                <a:srgbClr val="335338"/>
              </a:solidFill>
              <a:latin typeface="Times New Roman"/>
              <a:ea typeface="Times New Roman"/>
              <a:cs typeface="Times New Roman"/>
              <a:sym typeface="Times New Roman"/>
            </a:endParaRPr>
          </a:p>
        </p:txBody>
      </p:sp>
      <p:sp>
        <p:nvSpPr>
          <p:cNvPr id="228" name="Google Shape;228;p12"/>
          <p:cNvSpPr txBox="1"/>
          <p:nvPr/>
        </p:nvSpPr>
        <p:spPr>
          <a:xfrm>
            <a:off x="1664413" y="131580"/>
            <a:ext cx="8527551" cy="635571"/>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accent4"/>
              </a:buClr>
              <a:buSzPts val="3300"/>
              <a:buFont typeface="Times New Roman"/>
              <a:buNone/>
            </a:pPr>
            <a:r>
              <a:rPr lang="en-US" sz="3300" b="1">
                <a:solidFill>
                  <a:schemeClr val="accent4"/>
                </a:solidFill>
                <a:latin typeface="Times New Roman"/>
                <a:ea typeface="Times New Roman"/>
                <a:cs typeface="Times New Roman"/>
                <a:sym typeface="Times New Roman"/>
              </a:rPr>
              <a:t>TÀI LIỆU THAM KHẢO</a:t>
            </a:r>
            <a:endParaRPr/>
          </a:p>
        </p:txBody>
      </p:sp>
      <p:sp>
        <p:nvSpPr>
          <p:cNvPr id="229" name="Google Shape;229;p12"/>
          <p:cNvSpPr txBox="1">
            <a:spLocks noGrp="1"/>
          </p:cNvSpPr>
          <p:nvPr>
            <p:ph type="ftr" idx="11"/>
          </p:nvPr>
        </p:nvSpPr>
        <p:spPr>
          <a:xfrm>
            <a:off x="10820400" y="6227135"/>
            <a:ext cx="13716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600"/>
              <a:buFont typeface="Times New Roman"/>
              <a:buNone/>
            </a:pPr>
            <a:r>
              <a:rPr lang="en-US" sz="1600" b="1">
                <a:solidFill>
                  <a:srgbClr val="FFFFFF"/>
                </a:solidFill>
                <a:latin typeface="Times New Roman"/>
                <a:ea typeface="Times New Roman"/>
                <a:cs typeface="Times New Roman"/>
                <a:sym typeface="Times New Roman"/>
              </a:rPr>
              <a:t>3</a:t>
            </a:r>
            <a:r>
              <a:rPr lang="en-US" sz="1600" b="1" i="0" u="none" strike="noStrike" cap="none">
                <a:solidFill>
                  <a:srgbClr val="FFFFFF"/>
                </a:solidFill>
                <a:latin typeface="Times New Roman"/>
                <a:ea typeface="Times New Roman"/>
                <a:cs typeface="Times New Roman"/>
                <a:sym typeface="Times New Roman"/>
              </a:rPr>
              <a:t>/23</a:t>
            </a:r>
            <a:endParaRPr/>
          </a:p>
        </p:txBody>
      </p:sp>
      <p:sp>
        <p:nvSpPr>
          <p:cNvPr id="230" name="Google Shape;230;p12"/>
          <p:cNvSpPr/>
          <p:nvPr/>
        </p:nvSpPr>
        <p:spPr>
          <a:xfrm>
            <a:off x="969265" y="1298448"/>
            <a:ext cx="9418319" cy="4511193"/>
          </a:xfrm>
          <a:prstGeom prst="roundRect">
            <a:avLst>
              <a:gd name="adj" fmla="val 16667"/>
            </a:avLst>
          </a:prstGeom>
          <a:solidFill>
            <a:schemeClr val="accent1"/>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90170" lvl="0" indent="457200" algn="l" rtl="0">
              <a:spcBef>
                <a:spcPts val="0"/>
              </a:spcBef>
              <a:spcAft>
                <a:spcPts val="0"/>
              </a:spcAft>
              <a:buNone/>
            </a:pPr>
            <a:r>
              <a:rPr lang="en-US" sz="2200">
                <a:solidFill>
                  <a:schemeClr val="lt1"/>
                </a:solidFill>
                <a:latin typeface="Times New Roman" panose="02020603050405020304" pitchFamily="18" charset="0"/>
                <a:ea typeface="Times New Roman"/>
                <a:cs typeface="Times New Roman" panose="02020603050405020304" pitchFamily="18" charset="0"/>
                <a:sym typeface="Times New Roman"/>
              </a:rPr>
              <a:t>[1] Phạm Hữu Khang - Lập trình cơ sở dữ liệu tập II: thiết kế cơ sở dữ liệu, tạo các thủ tục xử lý.</a:t>
            </a:r>
            <a:endParaRPr sz="2200">
              <a:latin typeface="Times New Roman" panose="02020603050405020304" pitchFamily="18" charset="0"/>
              <a:cs typeface="Times New Roman" panose="02020603050405020304" pitchFamily="18" charset="0"/>
            </a:endParaRPr>
          </a:p>
          <a:p>
            <a:pPr marR="90170" lvl="0" indent="457200"/>
            <a:r>
              <a:rPr lang="en-US" sz="2200">
                <a:solidFill>
                  <a:schemeClr val="lt1"/>
                </a:solidFill>
                <a:latin typeface="Times New Roman" panose="02020603050405020304" pitchFamily="18" charset="0"/>
                <a:ea typeface="Times New Roman"/>
                <a:cs typeface="Times New Roman" panose="02020603050405020304" pitchFamily="18" charset="0"/>
                <a:sym typeface="Times New Roman"/>
              </a:rPr>
              <a:t>[2] </a:t>
            </a:r>
            <a:r>
              <a:rPr lang="vi-VN" sz="2200">
                <a:solidFill>
                  <a:schemeClr val="lt1"/>
                </a:solidFill>
                <a:latin typeface="Times New Roman" panose="02020603050405020304" pitchFamily="18" charset="0"/>
                <a:ea typeface="Times New Roman"/>
                <a:cs typeface="Times New Roman" panose="02020603050405020304" pitchFamily="18" charset="0"/>
                <a:sym typeface="Times New Roman"/>
              </a:rPr>
              <a:t>Nguyễn Thị Thanh Huyền, Ngô Thị Bích Thúy, Phạm Thị Kim Phượng, Giáo trình phân tích thiết kế hệ thống, NXB Giáo dục VN</a:t>
            </a:r>
            <a:endParaRPr sz="2200">
              <a:latin typeface="Times New Roman" panose="02020603050405020304" pitchFamily="18" charset="0"/>
              <a:cs typeface="Times New Roman" panose="02020603050405020304" pitchFamily="18" charset="0"/>
            </a:endParaRPr>
          </a:p>
          <a:p>
            <a:pPr marL="0" marR="90170" lvl="0" indent="457200" algn="l" rtl="0">
              <a:spcBef>
                <a:spcPts val="0"/>
              </a:spcBef>
              <a:spcAft>
                <a:spcPts val="0"/>
              </a:spcAft>
              <a:buNone/>
            </a:pPr>
            <a:r>
              <a:rPr lang="en-US" sz="2200">
                <a:solidFill>
                  <a:schemeClr val="lt1"/>
                </a:solidFill>
                <a:latin typeface="Times New Roman" panose="02020603050405020304" pitchFamily="18" charset="0"/>
                <a:ea typeface="Times New Roman"/>
                <a:cs typeface="Times New Roman" panose="02020603050405020304" pitchFamily="18" charset="0"/>
                <a:sym typeface="Times New Roman"/>
              </a:rPr>
              <a:t>[3] ASP.NET - Microsoft. </a:t>
            </a:r>
            <a:endParaRPr sz="2200">
              <a:latin typeface="Times New Roman" panose="02020603050405020304" pitchFamily="18" charset="0"/>
              <a:cs typeface="Times New Roman" panose="02020603050405020304" pitchFamily="18" charset="0"/>
            </a:endParaRPr>
          </a:p>
          <a:p>
            <a:pPr marR="90170" lvl="0" indent="457200"/>
            <a:r>
              <a:rPr lang="en-US" sz="2200">
                <a:solidFill>
                  <a:schemeClr val="lt1"/>
                </a:solidFill>
                <a:latin typeface="Times New Roman" panose="02020603050405020304" pitchFamily="18" charset="0"/>
                <a:ea typeface="Times New Roman"/>
                <a:cs typeface="Times New Roman" panose="02020603050405020304" pitchFamily="18" charset="0"/>
                <a:sym typeface="Times New Roman"/>
              </a:rPr>
              <a:t>[4] Nguyễn Bá Nghiễn, Lập trình java, NXB thông tin và truyền thông.</a:t>
            </a:r>
            <a:endParaRPr sz="2200">
              <a:latin typeface="Times New Roman" panose="02020603050405020304" pitchFamily="18" charset="0"/>
              <a:cs typeface="Times New Roman" panose="02020603050405020304" pitchFamily="18" charset="0"/>
            </a:endParaRPr>
          </a:p>
          <a:p>
            <a:pPr marR="90170" lvl="0" indent="457200"/>
            <a:r>
              <a:rPr lang="en-US" sz="2200">
                <a:solidFill>
                  <a:schemeClr val="lt1"/>
                </a:solidFill>
                <a:latin typeface="Times New Roman" panose="02020603050405020304" pitchFamily="18" charset="0"/>
                <a:ea typeface="Times New Roman"/>
                <a:cs typeface="Times New Roman" panose="02020603050405020304" pitchFamily="18" charset="0"/>
                <a:sym typeface="Times New Roman"/>
              </a:rPr>
              <a:t>[5] </a:t>
            </a:r>
            <a:r>
              <a:rPr lang="vi-VN" sz="2200">
                <a:solidFill>
                  <a:schemeClr val="lt1"/>
                </a:solidFill>
                <a:latin typeface="Times New Roman" panose="02020603050405020304" pitchFamily="18" charset="0"/>
                <a:ea typeface="Times New Roman"/>
                <a:cs typeface="Times New Roman" panose="02020603050405020304" pitchFamily="18" charset="0"/>
                <a:sym typeface="Times New Roman"/>
              </a:rPr>
              <a:t>Vũ Thị Dương, Phùng Đức Hòa, Nguyễn Thị Hương Lan (2015), “Giáo trình Phân tích thiết kế hướng đối tượng”, NXB Khoa học và Kỹ thuật.</a:t>
            </a:r>
          </a:p>
          <a:p>
            <a:pPr marL="0" marR="90170" lvl="0" indent="457200" algn="l" rtl="0">
              <a:lnSpc>
                <a:spcPct val="150000"/>
              </a:lnSpc>
              <a:spcBef>
                <a:spcPts val="0"/>
              </a:spcBef>
              <a:spcAft>
                <a:spcPts val="0"/>
              </a:spcAft>
              <a:buNone/>
            </a:pPr>
            <a:endParaRPr sz="1800">
              <a:solidFill>
                <a:schemeClr val="lt1"/>
              </a:solidFill>
              <a:latin typeface="Times New Roman"/>
              <a:ea typeface="Times New Roman"/>
              <a:cs typeface="Times New Roman"/>
              <a:sym typeface="Times New Roman"/>
            </a:endParaRPr>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0"/>
                                        </p:tgtEl>
                                        <p:attrNameLst>
                                          <p:attrName>style.visibility</p:attrName>
                                        </p:attrNameLst>
                                      </p:cBhvr>
                                      <p:to>
                                        <p:strVal val="visible"/>
                                      </p:to>
                                    </p:set>
                                    <p:animEffect transition="in" filter="fade">
                                      <p:cBhvr>
                                        <p:cTn id="7" dur="500"/>
                                        <p:tgtEl>
                                          <p:spTgt spid="2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0"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solidFill>
                  <a:srgbClr val="335338"/>
                </a:solidFill>
                <a:latin typeface="Times New Roman"/>
                <a:ea typeface="Times New Roman"/>
                <a:cs typeface="Times New Roman"/>
                <a:sym typeface="Times New Roman"/>
              </a:rPr>
              <a:t>15</a:t>
            </a:fld>
            <a:endParaRPr>
              <a:solidFill>
                <a:srgbClr val="335338"/>
              </a:solidFill>
              <a:latin typeface="Times New Roman"/>
              <a:ea typeface="Times New Roman"/>
              <a:cs typeface="Times New Roman"/>
              <a:sym typeface="Times New Roman"/>
            </a:endParaRPr>
          </a:p>
        </p:txBody>
      </p:sp>
      <p:sp>
        <p:nvSpPr>
          <p:cNvPr id="236" name="Google Shape;236;p13"/>
          <p:cNvSpPr txBox="1"/>
          <p:nvPr/>
        </p:nvSpPr>
        <p:spPr>
          <a:xfrm>
            <a:off x="1756888" y="2398936"/>
            <a:ext cx="8897679" cy="230828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800" b="1" dirty="0" smtClean="0">
                <a:solidFill>
                  <a:srgbClr val="F7CAAC"/>
                </a:solidFill>
                <a:latin typeface="Times New Roman"/>
                <a:ea typeface="Times New Roman"/>
                <a:cs typeface="Times New Roman"/>
                <a:sym typeface="Times New Roman"/>
              </a:rPr>
              <a:t>CẢM ƠN </a:t>
            </a:r>
            <a:r>
              <a:rPr lang="vi-VN" sz="4800" b="1" dirty="0" smtClean="0">
                <a:solidFill>
                  <a:srgbClr val="F7CAAC"/>
                </a:solidFill>
                <a:latin typeface="Times New Roman"/>
                <a:ea typeface="Times New Roman"/>
                <a:cs typeface="Times New Roman"/>
                <a:sym typeface="Times New Roman"/>
              </a:rPr>
              <a:t>CÁC THẦY CÔ TRONG HỘI ĐỒNG</a:t>
            </a:r>
            <a:r>
              <a:rPr lang="en-US" sz="4800" b="1" dirty="0" smtClean="0">
                <a:solidFill>
                  <a:srgbClr val="F7CAAC"/>
                </a:solidFill>
                <a:latin typeface="Times New Roman"/>
                <a:ea typeface="Times New Roman"/>
                <a:cs typeface="Times New Roman"/>
                <a:sym typeface="Times New Roman"/>
              </a:rPr>
              <a:t> VÀ CÁC BẠN ĐÃ CHÚ Ý LẮNG NGHE !</a:t>
            </a:r>
            <a:endParaRPr sz="4800" b="1" dirty="0">
              <a:solidFill>
                <a:srgbClr val="F7CAAC"/>
              </a:solidFill>
              <a:latin typeface="Times New Roman"/>
              <a:ea typeface="Times New Roman"/>
              <a:cs typeface="Times New Roman"/>
              <a:sym typeface="Times New Roman"/>
            </a:endParaRPr>
          </a:p>
        </p:txBody>
      </p:sp>
      <p:sp>
        <p:nvSpPr>
          <p:cNvPr id="237" name="Google Shape;237;p13"/>
          <p:cNvSpPr txBox="1">
            <a:spLocks noGrp="1"/>
          </p:cNvSpPr>
          <p:nvPr>
            <p:ph type="ftr" idx="11"/>
          </p:nvPr>
        </p:nvSpPr>
        <p:spPr>
          <a:xfrm>
            <a:off x="10820400" y="6227135"/>
            <a:ext cx="1371600" cy="36512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600"/>
              <a:buFont typeface="Times New Roman"/>
              <a:buNone/>
            </a:pPr>
            <a:r>
              <a:rPr lang="en-US" sz="1600" b="1">
                <a:solidFill>
                  <a:srgbClr val="FFFFFF"/>
                </a:solidFill>
                <a:latin typeface="Times New Roman"/>
                <a:ea typeface="Times New Roman"/>
                <a:cs typeface="Times New Roman"/>
                <a:sym typeface="Times New Roman"/>
              </a:rPr>
              <a:t>23</a:t>
            </a:r>
            <a:r>
              <a:rPr lang="en-US" sz="1600" b="1" i="0" u="none" strike="noStrike" cap="none">
                <a:solidFill>
                  <a:srgbClr val="FFFFFF"/>
                </a:solidFill>
                <a:latin typeface="Times New Roman"/>
                <a:ea typeface="Times New Roman"/>
                <a:cs typeface="Times New Roman"/>
                <a:sym typeface="Times New Roman"/>
              </a:rPr>
              <a:t>/23</a:t>
            </a:r>
            <a:endParaRPr/>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36">
                                            <p:txEl>
                                              <p:pRg st="0" end="0"/>
                                            </p:txEl>
                                          </p:spTgt>
                                        </p:tgtEl>
                                        <p:attrNameLst>
                                          <p:attrName>style.visibility</p:attrName>
                                        </p:attrNameLst>
                                      </p:cBhvr>
                                      <p:to>
                                        <p:strVal val="visible"/>
                                      </p:to>
                                    </p:set>
                                    <p:animEffect transition="in" filter="fade">
                                      <p:cBhvr>
                                        <p:cTn id="7" dur="911"/>
                                        <p:tgtEl>
                                          <p:spTgt spid="23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sampl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Damask">
  <a:themeElements>
    <a:clrScheme name="Custom 1">
      <a:dk1>
        <a:srgbClr val="000000"/>
      </a:dk1>
      <a:lt1>
        <a:srgbClr val="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601</TotalTime>
  <Words>784</Words>
  <Application>Microsoft Office PowerPoint</Application>
  <PresentationFormat>Widescreen</PresentationFormat>
  <Paragraphs>95</Paragraphs>
  <Slides>15</Slides>
  <Notes>15</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15</vt:i4>
      </vt:variant>
    </vt:vector>
  </HeadingPairs>
  <TitlesOfParts>
    <vt:vector size="22" baseType="lpstr">
      <vt:lpstr>Arial</vt:lpstr>
      <vt:lpstr>Arial (Thân)</vt:lpstr>
      <vt:lpstr>Calibri</vt:lpstr>
      <vt:lpstr>Noto Sans Symbols</vt:lpstr>
      <vt:lpstr>Times New Roman</vt:lpstr>
      <vt:lpstr>sample</vt:lpstr>
      <vt:lpstr>Damask</vt:lpstr>
      <vt:lpstr>PowerPoint Presentation</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Nguyễn Ninh</dc:creator>
  <cp:lastModifiedBy>Phung Nguyen Huy</cp:lastModifiedBy>
  <cp:revision>54</cp:revision>
  <dcterms:created xsi:type="dcterms:W3CDTF">2021-07-17T14:06:28Z</dcterms:created>
  <dcterms:modified xsi:type="dcterms:W3CDTF">2025-06-02T09:04:00Z</dcterms:modified>
</cp:coreProperties>
</file>